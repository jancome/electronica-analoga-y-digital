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499eca1d4e4ca2" /><Relationship Type="http://schemas.openxmlformats.org/officeDocument/2006/relationships/extended-properties" Target="/docProps/app.xml" Id="R47b416bbc8b6453b" /><Relationship Type="http://schemas.openxmlformats.org/officeDocument/2006/relationships/officeDocument" Target="/ppt/presentation.xml" Id="Re7d9ffb144254e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83c1c13da24f64"/>
  </p:sldMasterIdLst>
  <p:notesMasterIdLst>
    <p:notesMasterId xmlns:r="http://schemas.openxmlformats.org/officeDocument/2006/relationships" r:id="R27cac8b698d54c7d"/>
  </p:notesMasterIdLst>
  <p:sldIdLst>
    <p:sldId xmlns:r="http://schemas.openxmlformats.org/officeDocument/2006/relationships" id="256" r:id="R417cecabcbf84fc4"/>
    <p:sldId xmlns:r="http://schemas.openxmlformats.org/officeDocument/2006/relationships" id="257" r:id="R7d293e041d8e4f17"/>
    <p:sldId xmlns:r="http://schemas.openxmlformats.org/officeDocument/2006/relationships" id="258" r:id="R07f7e6190c9a4cd1"/>
    <p:sldId xmlns:r="http://schemas.openxmlformats.org/officeDocument/2006/relationships" id="259" r:id="R1fdbf1397ee54f7d"/>
    <p:sldId xmlns:r="http://schemas.openxmlformats.org/officeDocument/2006/relationships" id="260" r:id="Rabb1d1ae16284c5f"/>
    <p:sldId xmlns:r="http://schemas.openxmlformats.org/officeDocument/2006/relationships" id="261" r:id="Rbaadf210a6474507"/>
    <p:sldId xmlns:r="http://schemas.openxmlformats.org/officeDocument/2006/relationships" id="262" r:id="R226d8f06479b4647"/>
    <p:sldId xmlns:r="http://schemas.openxmlformats.org/officeDocument/2006/relationships" id="263" r:id="Rb2ceb551b98b4a3e"/>
    <p:sldId xmlns:r="http://schemas.openxmlformats.org/officeDocument/2006/relationships" id="264" r:id="Re1b8e59042924b57"/>
    <p:sldId xmlns:r="http://schemas.openxmlformats.org/officeDocument/2006/relationships" id="265" r:id="Rd398fe42f2a14da2"/>
    <p:sldId xmlns:r="http://schemas.openxmlformats.org/officeDocument/2006/relationships" id="266" r:id="R61ab8d2d8ed94de0"/>
    <p:sldId xmlns:r="http://schemas.openxmlformats.org/officeDocument/2006/relationships" id="267" r:id="R31614008e18a4eeb"/>
    <p:sldId xmlns:r="http://schemas.openxmlformats.org/officeDocument/2006/relationships" id="268" r:id="R856ae6a4cdd641af"/>
    <p:sldId xmlns:r="http://schemas.openxmlformats.org/officeDocument/2006/relationships" id="269" r:id="R9af269ee0cd349c1"/>
    <p:sldId xmlns:r="http://schemas.openxmlformats.org/officeDocument/2006/relationships" id="270" r:id="Rffcb4d2c1b234c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38a7f6a1f047ca" /><Relationship Type="http://schemas.openxmlformats.org/officeDocument/2006/relationships/slideMaster" Target="/ppt/slideMasters/slideMaster1.xml" Id="R6783c1c13da24f64" /><Relationship Type="http://schemas.openxmlformats.org/officeDocument/2006/relationships/notesMaster" Target="/ppt/notesMasters/notesMaster1.xml" Id="R27cac8b698d54c7d" /><Relationship Type="http://schemas.openxmlformats.org/officeDocument/2006/relationships/presProps" Target="/ppt/presProps.xml" Id="Re7d795cffa584225" /><Relationship Type="http://schemas.openxmlformats.org/officeDocument/2006/relationships/tableStyles" Target="/ppt/tableStyles.xml" Id="Rd2583c53d3e04cf8" /><Relationship Type="http://schemas.openxmlformats.org/officeDocument/2006/relationships/slide" Target="/ppt/slides/slide1.xml" Id="R417cecabcbf84fc4" /><Relationship Type="http://schemas.openxmlformats.org/officeDocument/2006/relationships/slide" Target="/ppt/slides/slide2.xml" Id="R7d293e041d8e4f17" /><Relationship Type="http://schemas.openxmlformats.org/officeDocument/2006/relationships/slide" Target="/ppt/slides/slide3.xml" Id="R07f7e6190c9a4cd1" /><Relationship Type="http://schemas.openxmlformats.org/officeDocument/2006/relationships/slide" Target="/ppt/slides/slide4.xml" Id="R1fdbf1397ee54f7d" /><Relationship Type="http://schemas.openxmlformats.org/officeDocument/2006/relationships/slide" Target="/ppt/slides/slide5.xml" Id="Rabb1d1ae16284c5f" /><Relationship Type="http://schemas.openxmlformats.org/officeDocument/2006/relationships/slide" Target="/ppt/slides/slide6.xml" Id="Rbaadf210a6474507" /><Relationship Type="http://schemas.openxmlformats.org/officeDocument/2006/relationships/slide" Target="/ppt/slides/slide7.xml" Id="R226d8f06479b4647" /><Relationship Type="http://schemas.openxmlformats.org/officeDocument/2006/relationships/slide" Target="/ppt/slides/slide8.xml" Id="Rb2ceb551b98b4a3e" /><Relationship Type="http://schemas.openxmlformats.org/officeDocument/2006/relationships/slide" Target="/ppt/slides/slide9.xml" Id="Re1b8e59042924b57" /><Relationship Type="http://schemas.openxmlformats.org/officeDocument/2006/relationships/slide" Target="/ppt/slides/slide10.xml" Id="Rd398fe42f2a14da2" /><Relationship Type="http://schemas.openxmlformats.org/officeDocument/2006/relationships/slide" Target="/ppt/slides/slide11.xml" Id="R61ab8d2d8ed94de0" /><Relationship Type="http://schemas.openxmlformats.org/officeDocument/2006/relationships/slide" Target="/ppt/slides/slide12.xml" Id="R31614008e18a4eeb" /><Relationship Type="http://schemas.openxmlformats.org/officeDocument/2006/relationships/slide" Target="/ppt/slides/slide13.xml" Id="R856ae6a4cdd641af" /><Relationship Type="http://schemas.openxmlformats.org/officeDocument/2006/relationships/slide" Target="/ppt/slides/slide14.xml" Id="R9af269ee0cd349c1" /><Relationship Type="http://schemas.openxmlformats.org/officeDocument/2006/relationships/slide" Target="/ppt/slides/slide15.xml" Id="Rffcb4d2c1b234c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25285a29a44a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845e7d95aa45c1" /><Relationship Type="http://schemas.openxmlformats.org/officeDocument/2006/relationships/notesMaster" Target="/ppt/notesMasters/notesMaster1.xml" Id="R1ffc68af461e4d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06f34669e9454e" /><Relationship Type="http://schemas.openxmlformats.org/officeDocument/2006/relationships/notesMaster" Target="/ppt/notesMasters/notesMaster1.xml" Id="Rfd03f31fc6484d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ee92ea3472489f" /><Relationship Type="http://schemas.openxmlformats.org/officeDocument/2006/relationships/notesMaster" Target="/ppt/notesMasters/notesMaster1.xml" Id="Rbaed6ac521c149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bf3260ae034502" /><Relationship Type="http://schemas.openxmlformats.org/officeDocument/2006/relationships/notesMaster" Target="/ppt/notesMasters/notesMaster1.xml" Id="Raa505f5a447d41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39a929827345da" /><Relationship Type="http://schemas.openxmlformats.org/officeDocument/2006/relationships/notesMaster" Target="/ppt/notesMasters/notesMaster1.xml" Id="Rcdc7c983059e4c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867d6f40394960" /><Relationship Type="http://schemas.openxmlformats.org/officeDocument/2006/relationships/notesMaster" Target="/ppt/notesMasters/notesMaster1.xml" Id="R4b9addd4b66849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189469f9434e78" /><Relationship Type="http://schemas.openxmlformats.org/officeDocument/2006/relationships/notesMaster" Target="/ppt/notesMasters/notesMaster1.xml" Id="Re0d94717adf044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e1d9c98a814749" /><Relationship Type="http://schemas.openxmlformats.org/officeDocument/2006/relationships/notesMaster" Target="/ppt/notesMasters/notesMaster1.xml" Id="Rc8f8d3fa7ed54c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5b6ed5b1b84c94" /><Relationship Type="http://schemas.openxmlformats.org/officeDocument/2006/relationships/notesMaster" Target="/ppt/notesMasters/notesMaster1.xml" Id="R3db02acaf92344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50a5ed1ed641ea" /><Relationship Type="http://schemas.openxmlformats.org/officeDocument/2006/relationships/notesMaster" Target="/ppt/notesMasters/notesMaster1.xml" Id="Rb0c7abf835f247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c06beb78d54dce" /><Relationship Type="http://schemas.openxmlformats.org/officeDocument/2006/relationships/notesMaster" Target="/ppt/notesMasters/notesMaster1.xml" Id="R9516450364a24f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651d5a920b44fb" /><Relationship Type="http://schemas.openxmlformats.org/officeDocument/2006/relationships/notesMaster" Target="/ppt/notesMasters/notesMaster1.xml" Id="R4d6ec4dde63c406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1689739f8149b1" /><Relationship Type="http://schemas.openxmlformats.org/officeDocument/2006/relationships/notesMaster" Target="/ppt/notesMasters/notesMaster1.xml" Id="Rd4bc718670ff4f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16002d69c5a46d9" /><Relationship Type="http://schemas.openxmlformats.org/officeDocument/2006/relationships/notesMaster" Target="/ppt/notesMasters/notesMaster1.xml" Id="R425c1af72f89408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093475372c04e0f" /><Relationship Type="http://schemas.openxmlformats.org/officeDocument/2006/relationships/notesMaster" Target="/ppt/notesMasters/notesMaster1.xml" Id="Rc6aac69881fc47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5681668994d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2b8ed071ae4f49" /><Relationship Type="http://schemas.openxmlformats.org/officeDocument/2006/relationships/slideLayout" Target="/ppt/slideLayouts/slideLayout1.xml" Id="R4223c20b52b94e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23c20b52b94e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1a89513774037" /><Relationship Type="http://schemas.openxmlformats.org/officeDocument/2006/relationships/image" Target="/ppt/media/image.jpeg" Id="R1c695494d04745bc" /><Relationship Type="http://schemas.openxmlformats.org/officeDocument/2006/relationships/notesSlide" Target="/ppt/notesSlides/notesSlide1.xml" Id="R93456c01b9ab4b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86bd1bfd545ba" /><Relationship Type="http://schemas.openxmlformats.org/officeDocument/2006/relationships/image" Target="/ppt/media/image2.jpeg" Id="R7d2be7cfb0814268" /><Relationship Type="http://schemas.openxmlformats.org/officeDocument/2006/relationships/notesSlide" Target="/ppt/notesSlides/notesSlide2.xml" Id="Rd12d8f4992b244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0ef0f37fb4af2" /><Relationship Type="http://schemas.openxmlformats.org/officeDocument/2006/relationships/notesSlide" Target="/ppt/notesSlides/notesSlide3.xml" Id="R6c02bc90e8bc4a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b467659e74db8" /><Relationship Type="http://schemas.openxmlformats.org/officeDocument/2006/relationships/notesSlide" Target="/ppt/notesSlides/notesSlide4.xml" Id="R3828d926a4ea4b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b1eeef6b6457c" /><Relationship Type="http://schemas.openxmlformats.org/officeDocument/2006/relationships/notesSlide" Target="/ppt/notesSlides/notesSlide5.xml" Id="R40956cb30e9746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aa20312144662" /><Relationship Type="http://schemas.openxmlformats.org/officeDocument/2006/relationships/notesSlide" Target="/ppt/notesSlides/notesSlide6.xml" Id="R0005abc844ce48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dcd90ddd142a8" /><Relationship Type="http://schemas.openxmlformats.org/officeDocument/2006/relationships/notesSlide" Target="/ppt/notesSlides/notesSlide7.xml" Id="Rbc2445ab8a9b4d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aab81059a493e" /><Relationship Type="http://schemas.openxmlformats.org/officeDocument/2006/relationships/notesSlide" Target="/ppt/notesSlides/notesSlide8.xml" Id="Raf61184dfab844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45c01c86e4cef" /><Relationship Type="http://schemas.openxmlformats.org/officeDocument/2006/relationships/notesSlide" Target="/ppt/notesSlides/notesSlide9.xml" Id="R5de83adeea374f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905745a8e4cff" /><Relationship Type="http://schemas.openxmlformats.org/officeDocument/2006/relationships/image" Target="/ppt/media/image3.jpeg" Id="Re52f87cc02174e15" /><Relationship Type="http://schemas.openxmlformats.org/officeDocument/2006/relationships/notesSlide" Target="/ppt/notesSlides/notesSlide10.xml" Id="Rbe28dc16ce8f45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f655f24a34d9d" /><Relationship Type="http://schemas.openxmlformats.org/officeDocument/2006/relationships/image" Target="/ppt/media/image.png" Id="R6e7ab15ecbe24403" /><Relationship Type="http://schemas.openxmlformats.org/officeDocument/2006/relationships/notesSlide" Target="/ppt/notesSlides/notesSlide11.xml" Id="R44db6d8c91f044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b5b26276e46a5" /><Relationship Type="http://schemas.openxmlformats.org/officeDocument/2006/relationships/notesSlide" Target="/ppt/notesSlides/notesSlide12.xml" Id="Rea33512b56314f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249e754e44f58" /><Relationship Type="http://schemas.openxmlformats.org/officeDocument/2006/relationships/image" Target="/ppt/media/image4.jpeg" Id="R2a37f05021814d2d" /><Relationship Type="http://schemas.openxmlformats.org/officeDocument/2006/relationships/notesSlide" Target="/ppt/notesSlides/notesSlide13.xml" Id="R632a505c1e7c4b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686c7f83f43ad" /><Relationship Type="http://schemas.openxmlformats.org/officeDocument/2006/relationships/notesSlide" Target="/ppt/notesSlides/notesSlide14.xml" Id="R1db60caddcea4db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6512402b64327" /><Relationship Type="http://schemas.openxmlformats.org/officeDocument/2006/relationships/image" Target="/ppt/media/image5.jpeg" Id="R657b0df2331d4bbf" /><Relationship Type="http://schemas.openxmlformats.org/officeDocument/2006/relationships/notesSlide" Target="/ppt/notesSlides/notesSlide15.xml" Id="R5ba51a8539364b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78F9F-6FE6-4DDB-87AB-C126DB96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71A2B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695494d04745bc"/>
          <a:srcRect xmlns:a="http://schemas.openxmlformats.org/drawingml/2006/main" l="19688" t="0" r="196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0"/>
            <a:ext cx="59055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F8489-06A9-418E-A10D-A555D95F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533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ELECTRÓNICA ANALÓGICA Y DIGITAL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EA295-DBD0-402D-9DA3-29C3C4A8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542925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Fundamentos, diagnóstico y reto ABP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BCA35-6655-429F-B359-AFF3DDD4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5143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Semana 1 · Ingeniería Eléctrica · 2026-2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9E01D7-50D7-4942-8089-3711425E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EBA1-E31B-4EF4-B315-62096462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4857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Del circuito básico a una solución integrada de baja tensión.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99EEB-3A82-4E31-BE5B-CA7B20C8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49605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Foto: Mikasa2025 / Wikimedia Commons · CC BY 4.0</a:t>
            </a:r>
          </a:p>
        </p:txBody>
      </p:sp>
    </p:spTree>
    <p:extLst>
      <p:ext uri="{BB962C8B-B14F-4D97-AF65-F5344CB8AC3E}">
        <p14:creationId xmlns:p14="http://schemas.microsoft.com/office/powerpoint/2010/main" val="770686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13964-AD08-4E57-87A3-0CDCDC5D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INTRODUCCIÓN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E2DBE-0A83-4985-927E-2CE8087C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ya traemos de circuitos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55891-78BD-4CA6-9B1E-D0389A2C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0AEB7-F984-483F-BBA7-E366D7AB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54864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141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Antes de entrar a la electrónica analógica, recuperamos el lenguaje con el que ya analizamos circuitos eléctricos.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3B7F1-3DD2-406C-9A93-A7E98D6C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0859D-9D36-4C5F-B124-52D6AF65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717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Ramas, nodos y mallas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DB693-C7C5-4964-8468-979EE149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956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18621-B62A-4C4E-956E-69D1789B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32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Ohm y Kirchhoff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21263-E610-4B06-BE3D-30ADB5E9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671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B298F-5704-4AEB-A60F-C44B66A3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 y selección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328E1-477A-4252-BBC7-12CAF182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F94AF9-51C9-4474-B84E-3515B2C9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86275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Medición segura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7279F1-A46C-4D56-86B8-66F4C172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Esta base permitirá explicar qué cambia cuando aparece un diodo, un transistor o una señal variable.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88A9A-0690-49DC-B06A-10F3B88B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52600"/>
            <a:ext cx="512445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be7cfb0814268"/>
          <a:stretch xmlns:a="http://schemas.openxmlformats.org/drawingml/2006/main"/>
        </p:blipFill>
        <p:spPr>
          <a:xfrm xmlns:a="http://schemas.openxmlformats.org/drawingml/2006/main">
            <a:off x="6705600" y="2208818"/>
            <a:ext cx="4743450" cy="282136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1409A6-DACA-4AA3-BEBB-4745CE46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95950"/>
            <a:ext cx="474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Evan-Amos / Wikimedia Commons · dominio público</a:t>
            </a:r>
          </a:p>
        </p:txBody>
      </p:sp>
    </p:spTree>
    <p:extLst>
      <p:ext uri="{BB962C8B-B14F-4D97-AF65-F5344CB8AC3E}">
        <p14:creationId xmlns:p14="http://schemas.microsoft.com/office/powerpoint/2010/main" val="9510132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EEBD3-57F3-431F-87A8-4580D084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OBJETIVOS DE APRENDIZAJE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83FC0-8CEC-49EF-BC01-FE441095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Al finalizar esta semana podrás…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62BB0-88DE-44D5-9D88-D5B9B559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6EC55-ED39-4BD8-A424-964F80EA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29EC3-A728-45B3-9898-4C51C56C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1597F-8093-4E73-A3B0-67C34622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61C70-93B2-42AD-BBB0-AD574D2B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Diagnosticar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58A1B-32EE-4618-B96C-1408B260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Reconocer tus fortalezas y vacíos en circuitos, magnitudes eléctricas y medición.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357-324D-491E-8AB5-CA51356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2BC6A-34A5-4772-B54C-CF04471A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ED44C-5A8E-474E-ABE0-1DA3F6A7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898C0-F7A4-42C5-96B7-7B8268B4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Relacionar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FC30D-72F9-4826-B066-DBE32DD8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Usar V, I, R y P para explicar el comportamiento de un circuito real y comprobarlo con instrumentos.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8CD304-941F-41F1-8007-C128A808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43100"/>
            <a:ext cx="33528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939144-45DE-4D25-B06E-5FD9E0D7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D0E201-599D-4D99-9E4C-A8FD7950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226ECE-ABFE-4B37-A691-14170312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145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Formular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6D44D9-8747-4F4E-A543-926E5D96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24150"/>
            <a:ext cx="29337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Convertir una necesidad de energía o agua del contexto local en una pregunta técnica para el proyecto ABP.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060535-6453-4B29-8000-DACA7E08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953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Evidencia de la semana: diagnóstico individual + primera formulación del reto del equipo.</a:t>
            </a:r>
          </a:p>
        </p:txBody>
      </p:sp>
    </p:spTree>
    <p:extLst>
      <p:ext uri="{BB962C8B-B14F-4D97-AF65-F5344CB8AC3E}">
        <p14:creationId xmlns:p14="http://schemas.microsoft.com/office/powerpoint/2010/main" val="3847052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6F9A99-7DBC-4111-91DA-C701E741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SEMANA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72E6D-146D-44C1-A685-C97E4998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curso conecta fundamentos con decisiones reales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99A73-8469-4E14-A8B9-881BF95D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2CE6B-2D12-4BD3-9755-3F3FC5F2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3E656-16E2-4398-B4DD-DB5C2F98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ED961-9C7D-4C2B-A700-64E290C2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91B85-595F-46E3-9365-244C7F27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Analógica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DF849-FDFA-4DD4-BBDD-8DF78EE7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Medimos señales, rectificamos, filtramos y controlamos cargas con dispositivos semiconductores.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3F752-FC86-41D9-8974-48488EC5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15377-471D-43C9-9B4B-22769C9E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2E99C-6E1C-4424-B04D-18FC4E79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384187-B2F4-44A3-BB2C-DE44D034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Digital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DB12F-97EA-4C97-9B95-0EC90EC7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Representamos información, tomamos decisiones lógicas y construimos funciones combinacionales y secuenciales.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620B57-1682-4754-AE4B-D669CB64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D1AE0-8024-4E80-9E2B-22B91CDC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1DB90-CAD7-48C0-94E2-2819C7E6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B4528-4642-4E7D-B5F4-EE4B6BD0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Integración ABP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BB9E03-9871-43EF-86C2-60A09C98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Cada grupo transforma lo aprendido en una solución útil, segura, verificable y conectada con una necesidad local.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4AD86-3589-4C01-90BE-CDF8693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314950"/>
            <a:ext cx="8877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La teoría será valiosa cuando permita calcular, medir, justificar y mejorar.</a:t>
            </a:r>
          </a:p>
        </p:txBody>
      </p:sp>
    </p:spTree>
    <p:extLst>
      <p:ext uri="{BB962C8B-B14F-4D97-AF65-F5344CB8AC3E}">
        <p14:creationId xmlns:p14="http://schemas.microsoft.com/office/powerpoint/2010/main" val="11694414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9834B4-BB58-4EC4-837B-E403C672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RETO ABP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36CFD-68A0-419A-8209-6B988167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pregunta de nuestro contexto guía el proyecto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1D8CE-8525-4631-AE18-73FC19A9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F6344-3C1D-4BA6-8A7E-3CD08C09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7442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E2F85-6269-47C2-8859-DB278217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33600"/>
            <a:ext cx="99441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¿Cómo diseñar y validar una solución electrónica de baja tensión que ayude a medir, alertar o controlar una condición relacionada con el uso eficiente de energía o agua en Barranquilla y la región Caribe?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C26BD-E58C-4A62-B7E5-E19488A0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284D2-43BC-4220-829F-EF08FF98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F1DB2-8D85-4890-9D8B-AEF50EB0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BE1A3-E719-44A6-98E3-1879F2F4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alertar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00458F-A5C6-4570-B022-674979CA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FE7AB-F0B3-443A-8622-89A39168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controlar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7D9875-971C-47DB-AD2C-81A725D5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29AD8-20C3-4F38-AB54-3D096C63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validar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85176-4267-4D31-AC8D-B406BA13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9700"/>
            <a:ext cx="88011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501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No buscamos un proyecto por cumplir: buscamos evidencia de una decisión técnica.</a:t>
            </a:r>
          </a:p>
        </p:txBody>
      </p:sp>
    </p:spTree>
    <p:extLst>
      <p:ext uri="{BB962C8B-B14F-4D97-AF65-F5344CB8AC3E}">
        <p14:creationId xmlns:p14="http://schemas.microsoft.com/office/powerpoint/2010/main" val="1253751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29EE8A-BD5C-4DB5-9636-F8B0F41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DIAGNÓSTICO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0F1C3-FEB7-4347-804F-27BF81E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diagnóstico muestra desde dónde comenzamos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46A22-477E-4BEC-99B7-E91934C4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0621C-E6AB-4ACF-8E6C-3F2E2495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1087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No es una prueba para castigar vacíos. Es la evidencia que necesitamos para decidir qué reforzar antes de entrar a semiconductores.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7F78D-4B9B-4357-8F76-01A7D233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A46E50-0ABE-4F1E-B22C-7E5DF6F5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F15FA-04B3-40E0-8EF8-AB000E30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1437B-6C93-4918-B5A2-32209F8C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Ohm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EF1EF-FD09-4C14-AB90-823A1D69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Relacionar voltaje, corriente y resistencia.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D0F74-B4F7-429A-B334-A5FD30B8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D47E7-5950-4020-ADD0-75E6E2C1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7D84A5-6C0F-4E87-A44B-DC265AFB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AE1E3F-0D4D-4066-87D4-17E2C560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Kirchhoff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029A8C-170A-4A94-B527-64BD308E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Plantear nodos y mallas sin perder signos ni referencias.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D1518-C248-49B8-9436-22AB7752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DFA71-2095-43B1-86A5-800E7827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7286C1-47AB-425E-8831-5AC2A48E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F41873-CD2D-491B-BACD-F1B03674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2BD62C-EF71-461B-96C4-82C0A97B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Verificar disipación, consumo y selección de componentes.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730EAC-6CF1-4D92-94C3-D0A90331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81E7F4-C955-4843-AB85-B2850EC9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D31D8F-22B1-4523-AB90-8A653878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8D9370-2974-488A-B019-5BEF20EA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0ECD82-6F2D-4673-A8D6-3531D1C1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Elegir función, escala y conexión segura del multímetro.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843E46-3F2C-4D4F-9D44-47E50ED2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62600"/>
            <a:ext cx="8458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421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Resultado esperado: cada estudiante identifica dos fortalezas y un aspecto por recuperar.</a:t>
            </a:r>
          </a:p>
        </p:txBody>
      </p:sp>
    </p:spTree>
    <p:extLst>
      <p:ext uri="{BB962C8B-B14F-4D97-AF65-F5344CB8AC3E}">
        <p14:creationId xmlns:p14="http://schemas.microsoft.com/office/powerpoint/2010/main" val="1619146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4E78C9-3F8F-4C7E-83A4-59F4DCB6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A5634-709B-49DF-9EBC-45F057A8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Cuatro magnitudes explican el comportamiento del circuito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F569C9-2D32-454A-82F0-9FB50CAF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46064-BBE0-462A-81BC-BEB0111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4B95F-95DF-43A8-8996-26EC5587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1C968-9124-422F-985F-F21D90C6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22705-E4FA-44D5-A8DA-39FD145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 · 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E23AB9-727B-4855-90F2-D186CD3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Diferencia de potencial que impulsa el movimiento de carga.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45C70-FEDF-4869-A47F-BF85ACED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B2713-026F-42A6-BBB2-797AD9AD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15146-C4C7-480A-8B2F-2E70BB6A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84947-E3EE-48AF-9D1B-F44EF0BB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 ·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5D3F7-83B4-4ED8-A285-F1A8356E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Flujo de carga que atraviesa una rama del circuito.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2DA946-CBDD-4A74-AB9A-61822FF5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07619-99C5-4248-B75F-6A7BCF92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8E40D-0CB4-4FEF-B239-A7329BA3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1DCA5F-0ED4-46D3-9B06-6753F62F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 · 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F4932-3A87-4CA6-B86E-A2F7A5F2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Oposición al paso de corriente y elemento de control de polarización.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3409B4-5EBD-4476-83B2-B8C882FD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86E65-97F6-429E-84B6-44A55E03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1B6EB6-EA72-439B-92F7-75882C94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F7ED5-32CA-4392-BB1B-7B102397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 · 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54BFF5-2287-432C-A47C-55CCE4CF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Rapidez con la que un elemento entrega o disipa energía.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1B52C-B61D-4706-93EF-FE2555A6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105150"/>
            <a:ext cx="2343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V = I·R</a:t>
            </a:r>
          </a:p>
        </p:txBody>
      </p:sp>
    </p:spTree>
    <p:extLst>
      <p:ext uri="{BB962C8B-B14F-4D97-AF65-F5344CB8AC3E}">
        <p14:creationId xmlns:p14="http://schemas.microsoft.com/office/powerpoint/2010/main" val="6053915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2CD69-EE8E-4123-BABA-C2F9C0E5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EJEMPLO GUIADO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D815C-0BFC-4DF5-916F-F339639B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La Ley de Ohm convierte una condición en cálculo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2F01F-0C28-4E2F-8D90-D68B813F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1C8CD-A3C3-4954-B989-734503AD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46863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88BA0-7C79-4049-87E3-F909042D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52650"/>
            <a:ext cx="4000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fuente de 12 V alimenta una resistencia de 1 kΩ.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1524000" y="3752850"/>
            <a:ext cx="2724150" cy="953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00A7C7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A197B-1F19-4E44-9A88-C7E29167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19050">
            <a:solidFill>
              <a:srgbClr val="F4A62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67C91-2820-4954-8E6D-4109C4C7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1 kΩ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4376A-3E68-4746-BDB3-7F1ED363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43300"/>
            <a:ext cx="666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12 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98B3D-CD4F-4B58-A36E-8A02ABED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28800"/>
            <a:ext cx="56007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AA230-7777-41DB-B63C-033FDB86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90750"/>
            <a:ext cx="44196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V / 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233182-4165-4D25-9D07-AB5572CC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5339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12 V / 1000 Ω = 0,012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CDCA5-41F8-4AFD-960E-C1F4F92E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3581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I = 12 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E13E0-2AD4-449A-B5F0-13DDD994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62500"/>
            <a:ext cx="4419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Comprobación: P = V·I = 0,144 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FABC7-866D-4A8E-91B9-712E63DC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800725"/>
            <a:ext cx="695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t>Pregunta: ¿sería segura una resistencia de 1/8 W?</a:t>
            </a:r>
          </a:p>
        </p:txBody>
      </p:sp>
    </p:spTree>
    <p:extLst>
      <p:ext uri="{BB962C8B-B14F-4D97-AF65-F5344CB8AC3E}">
        <p14:creationId xmlns:p14="http://schemas.microsoft.com/office/powerpoint/2010/main" val="18868205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4F1EDF-5C81-410F-AE77-61132AAB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3E5E6-A4B0-4D42-9EC5-1E07401A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Kirchhoff comprueba que el circuito conserva carga y energía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303FB-850E-466B-B0CF-F3BD017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27AA7-A8B1-4725-9A5A-321EF846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30A29-07CA-4533-8109-0A89FE8D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95500"/>
            <a:ext cx="4629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corrientes · nodo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D6B75-ACF2-4612-87D4-CB7A1E30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1714500" y="2971800"/>
            <a:ext cx="1209675" cy="5429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3438525" y="2857500"/>
            <a:ext cx="99060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3438525" y="3886200"/>
            <a:ext cx="9906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F9DE2-F29B-435A-902C-A12A9AB9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241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D80F2-AB69-40D6-9D66-593D7DF5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6700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DFE96-E4C4-4E6B-A651-4F4F996E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38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6AB38-F531-46F3-B22E-58371EF3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426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Σ I que entra = Σ I que sale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3D865-9928-4DCF-89D5-528F95F6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1864B-5033-4666-99D3-35D5DC23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95500"/>
            <a:ext cx="461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Ley de voltajes · malla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C54723-D76A-417F-8980-C93EEC16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48000"/>
            <a:ext cx="27051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5E1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56D6A-EF81-421A-BF57-8092FB3E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1143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+  Vₛ  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70B00F-2662-4E38-B6E2-02D3B6AE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A04B91-2390-4BD7-8FDF-E3BAE84B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58140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70357-1389-4DFD-A257-C96275F5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Σ V = 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719F47-5DC3-45CD-8CF9-F66B11B0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53125"/>
            <a:ext cx="857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Primero defina sentidos y polaridades; después escriba las ecuaciones.</a:t>
            </a:r>
          </a:p>
        </p:txBody>
      </p:sp>
    </p:spTree>
    <p:extLst>
      <p:ext uri="{BB962C8B-B14F-4D97-AF65-F5344CB8AC3E}">
        <p14:creationId xmlns:p14="http://schemas.microsoft.com/office/powerpoint/2010/main" val="4478432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E4B644-8C3F-4458-93AE-82903B8B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INSTRUMENTACIÓN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ABACF-696B-4633-B2C0-13A2272A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 bien también es diseñar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C49A1-16D1-42FC-B5EA-ADC296BC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16D19-495A-489B-A7B7-9F7A7888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01015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f87cc02174e15"/>
          <a:srcRect xmlns:a="http://schemas.openxmlformats.org/drawingml/2006/main" l="0" t="7823" r="0" b="78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981200"/>
            <a:ext cx="466725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277CB-2173-486B-B2CF-0863B7F4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6C965-1345-4F29-8368-1FA24495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F8768-0053-4337-9E7A-21D00CD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9570A-D73B-43A6-A0F0-E3592FC1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EB18CC-6DFF-44DB-B830-A615235A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860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En paralelo; elija AC o DC e identifique la referencia.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46BE5B-9A78-4CA4-B244-156BD266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051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BF6159-540D-4908-99D8-35C7A7C2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2FEA4-363A-49D5-B5DE-F9A8D0D7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EE862-FC03-48CD-876F-84C11374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385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9DF0BF-BCB8-4FC1-8E96-143A069B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814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En serie; revise terminal, rango y fusible antes de energizar.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AD400-6F2D-4790-A0BC-24ED34CC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554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753D28-DD4A-42B6-B4B1-C916361C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29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3EB289-7BF3-402D-BEE2-C2451D00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291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88140-BA12-4834-9711-C458459C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33900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E042A0-CA1D-47E2-AE77-628DD49C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76800"/>
            <a:ext cx="4552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 el circuito desenergizado y los capacitores descargados.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BC2EC-38B3-49ED-AE80-840F376D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4667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Zeroping / Wikimedia Commons · CC BY 4.0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B6E81-0D93-4BBC-8474-AD63FF57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34050"/>
            <a:ext cx="8420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4A62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F89DA-92AA-4E36-91F9-9EBBF68B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Si no está seguro de la conexión, no energice el montaje.</a:t>
            </a:r>
          </a:p>
        </p:txBody>
      </p:sp>
    </p:spTree>
    <p:extLst>
      <p:ext uri="{BB962C8B-B14F-4D97-AF65-F5344CB8AC3E}">
        <p14:creationId xmlns:p14="http://schemas.microsoft.com/office/powerpoint/2010/main" val="6427728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8D93F-278C-475E-B024-8E73BD7C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PUENTE HACIA ELECTRÓNICA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9FA6A-83CE-4849-B635-139C7843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señal transporta información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892C2-F617-4820-B51B-11BDB94F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7ab15ecbe24403"/>
          <a:stretch xmlns:a="http://schemas.openxmlformats.org/drawingml/2006/main"/>
        </p:blipFill>
        <p:spPr>
          <a:xfrm xmlns:a="http://schemas.openxmlformats.org/drawingml/2006/main">
            <a:off x="3016250" y="1657350"/>
            <a:ext cx="6159500" cy="3695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DD6C6-02C0-4318-A4A9-253F0F6D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765B8-ACD3-4C55-B68C-1E96683F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Amplitud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2A27C-3AB7-48DB-92EA-9ADFD54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49A05-8BF0-47AC-AE83-72BC51A8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Tiempo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EF557-A101-4419-A79A-8D449AE0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F4D30-0CAD-4B29-8524-C01D6220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Frecuencia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7C4BA-C9FC-468B-B1A3-E3500AB6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00700"/>
            <a:ext cx="2095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90ABB2-19E5-4DF8-8E6A-F5F07C4C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48325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Nivel lógico</a:t>
            </a:r>
          </a:p>
        </p:txBody>
      </p:sp>
    </p:spTree>
    <p:extLst>
      <p:ext uri="{BB962C8B-B14F-4D97-AF65-F5344CB8AC3E}">
        <p14:creationId xmlns:p14="http://schemas.microsoft.com/office/powerpoint/2010/main" val="8217234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57F7BF-F41B-4FCA-B838-8D0A5FC5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TRABAJO EN EQUIPO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14314-2E25-4E57-844F-466E13BA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Los equipos trabajan juntos, pero cada aporte cuenta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B1C8F-82C1-45C9-BA1E-C03C9CC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4A8E6-3F12-414C-AA13-DDE71041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0C8EF-4A7C-43D4-8A06-C0D72101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514BF-090D-4593-9DBC-1B590132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DD336-3E4A-4D90-BA6C-75A9612C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765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95BD8-B912-4070-9694-9CCE2D0A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62375"/>
            <a:ext cx="195262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estudiantes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34774-33F8-4C3B-9131-6F517516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00700-7A2B-483C-8B9D-870131B9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9B166-0304-4413-89EF-F6FE112D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A2431B-38F6-4F49-A18E-E4E3A247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Roles rotativos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898FC-BDB8-49C8-A7D4-508A5B8B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670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Montaje y seguridad · medición y datos · análisis y documentación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7EA2AF-2363-47F7-907C-01E1745A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4CBB13-6199-42B3-91D2-B9156373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E804F1-3E68-405C-BC91-7E1EC9CE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E88C1E-AD7A-4F45-8CCB-CAB644E8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2425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Tres evidencias en laboratorio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FF3D9-6F53-4362-9002-19BB65D6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3385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Preinforme y trabajo en clase 30% · informe completo 40% · aporte individual 30%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23D503-9511-40E1-88C5-C8D14232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96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87D65-B541-478B-B909-971AA48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7472D-D583-4F73-83DB-B1B1F1B1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BC75E9-9A39-4DC7-8667-1D7AFA9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911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Sustentación individual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B90C27-1728-4E7F-96FB-860A11B7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007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Cada integrante debe explicar las decisiones técnicas y el trabajo que realizó.</a:t>
            </a:r>
          </a:p>
        </p:txBody>
      </p:sp>
    </p:spTree>
    <p:extLst>
      <p:ext uri="{BB962C8B-B14F-4D97-AF65-F5344CB8AC3E}">
        <p14:creationId xmlns:p14="http://schemas.microsoft.com/office/powerpoint/2010/main" val="11819792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46B79-EC33-4EE0-85DB-68FF03E6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RUTA ABP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0B0C0-D5EC-4910-8996-E0D11E4F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primer avance será una etapa AC/DC segura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1EFB4-3275-433E-95C2-C61D689A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2FA74-AEDF-4C3F-A3AA-3F58022A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5BC8A-2828-4473-AA68-0FB224B9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467E3-9771-4125-A7A5-8FDAEBFE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6048C-D8BA-4253-B02F-5AEDE962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4310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Transformar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62AB1-9CF4-4B2E-8C72-27F3AC6D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8600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Usar baja tensión de transformador o fuente de laboratorio.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C2D51-147C-4520-9C90-27F35CA2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9BAF20-828E-4ADF-9DA5-AA866EA6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86C1F-4046-4E7F-9D10-AF949A3F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95122-D5A8-43CC-804E-DC179804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2895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Rectificar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8F4C4-811B-4C50-B348-626C3EB9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Obtener una salida de polaridad definida.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1A858-B99B-4003-8443-B505EE76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53911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2E76C-6130-4D98-BA92-94AB37CC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071AE-61EE-43B9-92BD-130D9190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43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69695-A061-430A-981C-FF52EEB9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14800"/>
            <a:ext cx="4400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Filtrar y proteger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C9215-FF74-4DA4-9928-BB9E58DA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44005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Reducir rizado y limitar condiciones anormales.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BC6C2-E4F6-4B67-81C5-C33FCB68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5910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7f05021814d2d"/>
          <a:stretch xmlns:a="http://schemas.openxmlformats.org/drawingml/2006/main"/>
        </p:blipFill>
        <p:spPr>
          <a:xfrm xmlns:a="http://schemas.openxmlformats.org/drawingml/2006/main">
            <a:off x="7622970" y="1981200"/>
            <a:ext cx="2680111" cy="27241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36A557-B7ED-44EC-96C0-8E20F77A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4591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Omegatron / Wikimedia Commons · CC BY-SA 3.0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1657350" y="5257800"/>
            <a:ext cx="887730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A7A12E-241E-48F6-93C3-2743F3C5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62600"/>
            <a:ext cx="8839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Preproyecto 1: simulación, montaje común, mediciones, fuente académica en otro idioma y una mejora después de la retroalimentación.</a:t>
            </a:r>
          </a:p>
        </p:txBody>
      </p:sp>
    </p:spTree>
    <p:extLst>
      <p:ext uri="{BB962C8B-B14F-4D97-AF65-F5344CB8AC3E}">
        <p14:creationId xmlns:p14="http://schemas.microsoft.com/office/powerpoint/2010/main" val="8936441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796826-234C-443A-9FFD-852D3D60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SALIDA DE CLASE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DBDCF-FCC7-45B6-9157-AEF02398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Antes de salir, tomamos tres decisiones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14A02-6940-4563-96F7-7824EE90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3A5B0-0AF7-4DA8-B41F-0F2F1771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45B5B-CB2D-4E84-8CC8-EC7D10D4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4FE16-DC36-44B2-962F-B4A9CE0A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8A7AB-739A-41D5-B6F4-895A5C75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ya domino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A4568-95C9-4F0C-B6D6-92F814A4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Escriba un concepto o procedimiento que puede explicar con seguridad.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9731A-1BA2-43C3-ABED-5EDABD42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8B90F-4A5D-4F90-9220-64D60CF1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A24EC-2459-429A-B861-16C3846A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721AF-FD2D-4891-ACF3-28B53985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debo reforzar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C1BB7-5743-478A-90AF-EFA4660F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Elija un vacío del diagnóstico y formule una acción concreta para recuperarlo.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670363-2D07-408C-837C-A56CB0D0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1B483-2BA9-4C8A-A3DD-77E03123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EAD2F8-7B0B-4312-B15A-450438FB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C7249-AAB3-44A1-BD81-2C0A1D96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29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quiero investigar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FCD069-E406-41CE-B4CB-5D98CAA1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Proponga una condición local de energía o agua que podría medirse, alertarse o controlarse.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7A9370-EF3C-4713-82CE-C66BED0F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43500"/>
            <a:ext cx="87249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84E1FF-AFAB-40E4-8000-01C55DA3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95900"/>
            <a:ext cx="8001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Próxima semana: diodos, rectificación, filtrado y regulación Zener.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8D8A94-21E4-40AB-A4ED-47184AD5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210300"/>
            <a:ext cx="857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Fuentes base: syllabus del curso · Boylestad y Nashelsky · Hayt, Kemmerly y Durbin</a:t>
            </a:r>
          </a:p>
        </p:txBody>
      </p:sp>
    </p:spTree>
    <p:extLst>
      <p:ext uri="{BB962C8B-B14F-4D97-AF65-F5344CB8AC3E}">
        <p14:creationId xmlns:p14="http://schemas.microsoft.com/office/powerpoint/2010/main" val="2854926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B65358-8594-42AB-AC4D-5CC4E0F6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CONCLUSIÓN Y CONEXIÓN ABP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B4E2D-F025-4AB2-A13F-791AECA9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Los fundamentos se convierten en una decisión de diseño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7F9B4-0858-4A51-9E9E-E7214712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89F4D-9EF1-4956-82D3-52964CF9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486400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Esta semana recuperamos circuitos, medición y señales. Ese lenguaje permitirá construir una etapa AC/DC segura, medir su comportamiento y justificar cada elección.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3EB71-62AC-452A-A4D6-70818712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548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FA86F-1A8F-4AFB-9C7B-FA9ADA6A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48387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El proyecto empieza cuando una necesidad local se convierte en una variable medible, un criterio de éxito y una solución que puede probarse.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B031F-0A70-4634-8451-7FC35AC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5486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5A66F"/>
                </a:solidFill>
                <a:latin typeface="Aptos"/>
                <a:ea typeface="Aptos"/>
                <a:cs typeface="Aptos"/>
              </a:defRPr>
            </a:pPr>
            <a:r>
              <a:t>Siguiente paso: elegir una condición de energía o agua y definir qué necesitamos medir.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97B1B-7D36-4D7D-8C30-5E954EA8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5086350" cy="3771900"/>
          </a:xfrm>
          <a:prstGeom xmlns:a="http://schemas.openxmlformats.org/drawingml/2006/main" prst="roundRect">
            <a:avLst>
              <a:gd name="adj" fmla="val 20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b0df2331d4bbf"/>
          <a:srcRect xmlns:a="http://schemas.openxmlformats.org/drawingml/2006/main" l="0" t="1807" r="0" b="18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4650" y="1981200"/>
            <a:ext cx="4743450" cy="3429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B148A-75AC-4216-8D77-AD2F6BB3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695950"/>
            <a:ext cx="474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Foto: AcornToOak / Wikimedia Commons · CC BY-SA 4.0</a:t>
            </a:r>
          </a:p>
        </p:txBody>
      </p:sp>
    </p:spTree>
    <p:extLst>
      <p:ext uri="{BB962C8B-B14F-4D97-AF65-F5344CB8AC3E}">
        <p14:creationId xmlns:p14="http://schemas.microsoft.com/office/powerpoint/2010/main" val="12085774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2026-07-20T01:16:38.8730000Z</dcterms:created>
  <dcterms:modified xsi:type="dcterms:W3CDTF">2026-07-20T01:16:38.8730000Z</dcterms:modified>
</coreProperties>
</file>