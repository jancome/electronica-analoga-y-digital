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0313b32afc45f0" /><Relationship Type="http://schemas.openxmlformats.org/officeDocument/2006/relationships/extended-properties" Target="/docProps/app.xml" Id="Rc14472e79f69497f" /><Relationship Type="http://schemas.openxmlformats.org/officeDocument/2006/relationships/officeDocument" Target="/ppt/presentation.xml" Id="Raef24ac49a204b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594ecc78484a3a"/>
  </p:sldMasterIdLst>
  <p:notesMasterIdLst>
    <p:notesMasterId xmlns:r="http://schemas.openxmlformats.org/officeDocument/2006/relationships" r:id="Rb294ec84b7ca4243"/>
  </p:notesMasterIdLst>
  <p:sldIdLst>
    <p:sldId xmlns:r="http://schemas.openxmlformats.org/officeDocument/2006/relationships" id="256" r:id="Rfa195011aab84e34"/>
    <p:sldId xmlns:r="http://schemas.openxmlformats.org/officeDocument/2006/relationships" id="257" r:id="R68ce452e042f42dd"/>
    <p:sldId xmlns:r="http://schemas.openxmlformats.org/officeDocument/2006/relationships" id="258" r:id="R40ae692fc4154388"/>
    <p:sldId xmlns:r="http://schemas.openxmlformats.org/officeDocument/2006/relationships" id="259" r:id="Rf3682f60bb994cd2"/>
    <p:sldId xmlns:r="http://schemas.openxmlformats.org/officeDocument/2006/relationships" id="260" r:id="R09a0b03306eb4ca5"/>
    <p:sldId xmlns:r="http://schemas.openxmlformats.org/officeDocument/2006/relationships" id="261" r:id="Ra6fcbc26d3f946ac"/>
    <p:sldId xmlns:r="http://schemas.openxmlformats.org/officeDocument/2006/relationships" id="262" r:id="R9ede23a216b04a97"/>
    <p:sldId xmlns:r="http://schemas.openxmlformats.org/officeDocument/2006/relationships" id="263" r:id="R3f8153a34a5b46bd"/>
    <p:sldId xmlns:r="http://schemas.openxmlformats.org/officeDocument/2006/relationships" id="264" r:id="R080f42ee08d24ba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899bea737f4a03" /><Relationship Type="http://schemas.openxmlformats.org/officeDocument/2006/relationships/slideMaster" Target="/ppt/slideMasters/slideMaster1.xml" Id="R2b594ecc78484a3a" /><Relationship Type="http://schemas.openxmlformats.org/officeDocument/2006/relationships/notesMaster" Target="/ppt/notesMasters/notesMaster1.xml" Id="Rb294ec84b7ca4243" /><Relationship Type="http://schemas.openxmlformats.org/officeDocument/2006/relationships/presProps" Target="/ppt/presProps.xml" Id="R4f85b8eadbb647c5" /><Relationship Type="http://schemas.openxmlformats.org/officeDocument/2006/relationships/tableStyles" Target="/ppt/tableStyles.xml" Id="R36fffd9e0e134ed4" /><Relationship Type="http://schemas.openxmlformats.org/officeDocument/2006/relationships/slide" Target="/ppt/slides/slide1.xml" Id="Rfa195011aab84e34" /><Relationship Type="http://schemas.openxmlformats.org/officeDocument/2006/relationships/slide" Target="/ppt/slides/slide2.xml" Id="R68ce452e042f42dd" /><Relationship Type="http://schemas.openxmlformats.org/officeDocument/2006/relationships/slide" Target="/ppt/slides/slide3.xml" Id="R40ae692fc4154388" /><Relationship Type="http://schemas.openxmlformats.org/officeDocument/2006/relationships/slide" Target="/ppt/slides/slide4.xml" Id="Rf3682f60bb994cd2" /><Relationship Type="http://schemas.openxmlformats.org/officeDocument/2006/relationships/slide" Target="/ppt/slides/slide5.xml" Id="R09a0b03306eb4ca5" /><Relationship Type="http://schemas.openxmlformats.org/officeDocument/2006/relationships/slide" Target="/ppt/slides/slide6.xml" Id="Ra6fcbc26d3f946ac" /><Relationship Type="http://schemas.openxmlformats.org/officeDocument/2006/relationships/slide" Target="/ppt/slides/slide7.xml" Id="R9ede23a216b04a97" /><Relationship Type="http://schemas.openxmlformats.org/officeDocument/2006/relationships/slide" Target="/ppt/slides/slide8.xml" Id="R3f8153a34a5b46bd" /><Relationship Type="http://schemas.openxmlformats.org/officeDocument/2006/relationships/slide" Target="/ppt/slides/slide9.xml" Id="R080f42ee08d24b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f0c27863874f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b1ef971586441c" /><Relationship Type="http://schemas.openxmlformats.org/officeDocument/2006/relationships/notesMaster" Target="/ppt/notesMasters/notesMaster1.xml" Id="Rad0b312b849046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04677deaa64aa2" /><Relationship Type="http://schemas.openxmlformats.org/officeDocument/2006/relationships/notesMaster" Target="/ppt/notesMasters/notesMaster1.xml" Id="Rd8e686d0a5f84a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43bcbe1ce04e03" /><Relationship Type="http://schemas.openxmlformats.org/officeDocument/2006/relationships/notesMaster" Target="/ppt/notesMasters/notesMaster1.xml" Id="R942e4e7d8be84b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7f01f2084945e6" /><Relationship Type="http://schemas.openxmlformats.org/officeDocument/2006/relationships/notesMaster" Target="/ppt/notesMasters/notesMaster1.xml" Id="R81809570b7cf42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18cad0b5ae4f71" /><Relationship Type="http://schemas.openxmlformats.org/officeDocument/2006/relationships/notesMaster" Target="/ppt/notesMasters/notesMaster1.xml" Id="Rbbdc1ea97eac4b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9bb9af7e3947b1" /><Relationship Type="http://schemas.openxmlformats.org/officeDocument/2006/relationships/notesMaster" Target="/ppt/notesMasters/notesMaster1.xml" Id="R9226c945c4c841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19853251ee42d3" /><Relationship Type="http://schemas.openxmlformats.org/officeDocument/2006/relationships/notesMaster" Target="/ppt/notesMasters/notesMaster1.xml" Id="R1893085e0c7447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ddadd60dc84943" /><Relationship Type="http://schemas.openxmlformats.org/officeDocument/2006/relationships/notesMaster" Target="/ppt/notesMasters/notesMaster1.xml" Id="Rc1342db02d6d47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f703cd292840e3" /><Relationship Type="http://schemas.openxmlformats.org/officeDocument/2006/relationships/notesMaster" Target="/ppt/notesMasters/notesMaster1.xml" Id="Rb7ea7cbb21db44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ae38c87ce149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e23c3fcee04d82" /><Relationship Type="http://schemas.openxmlformats.org/officeDocument/2006/relationships/slideLayout" Target="/ppt/slideLayouts/slideLayout1.xml" Id="R0f23d0114aba49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23d0114aba49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d9872b4494a96" /><Relationship Type="http://schemas.openxmlformats.org/officeDocument/2006/relationships/image" Target="/ppt/media/image.jpeg" Id="Rfb2803f6aa29477a" /><Relationship Type="http://schemas.openxmlformats.org/officeDocument/2006/relationships/notesSlide" Target="/ppt/notesSlides/notesSlide1.xml" Id="Rc757fcb9eeaa43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7e3a6a1634576" /><Relationship Type="http://schemas.openxmlformats.org/officeDocument/2006/relationships/notesSlide" Target="/ppt/notesSlides/notesSlide2.xml" Id="R7a35765708dd40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21e2effb24100" /><Relationship Type="http://schemas.openxmlformats.org/officeDocument/2006/relationships/notesSlide" Target="/ppt/notesSlides/notesSlide3.xml" Id="Re04d1fa7e7d74e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a29f365ce478b" /><Relationship Type="http://schemas.openxmlformats.org/officeDocument/2006/relationships/notesSlide" Target="/ppt/notesSlides/notesSlide4.xml" Id="R03af7d63482846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13ddf81e5483f" /><Relationship Type="http://schemas.openxmlformats.org/officeDocument/2006/relationships/notesSlide" Target="/ppt/notesSlides/notesSlide5.xml" Id="Rf277887a1d564f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d849975f044c0" /><Relationship Type="http://schemas.openxmlformats.org/officeDocument/2006/relationships/notesSlide" Target="/ppt/notesSlides/notesSlide6.xml" Id="Rc1760ef16cc64d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42f6555304f3e" /><Relationship Type="http://schemas.openxmlformats.org/officeDocument/2006/relationships/notesSlide" Target="/ppt/notesSlides/notesSlide7.xml" Id="R85202acd33554f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f42962fa54d29" /><Relationship Type="http://schemas.openxmlformats.org/officeDocument/2006/relationships/notesSlide" Target="/ppt/notesSlides/notesSlide8.xml" Id="Rcd0853cc64b941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a7e21647c44c3" /><Relationship Type="http://schemas.openxmlformats.org/officeDocument/2006/relationships/notesSlide" Target="/ppt/notesSlides/notesSlide9.xml" Id="Red38f39f638349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BF1F5A-64F7-4518-8CB4-E0756020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65832-BD7E-43EC-ADEA-7E90A3EF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ELECTRÓNICA ANALÓGICA Y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5FA6F-CFB6-45AC-BA6C-05E8A5B7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219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Diodos, rectificación y regulación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1C9FF-14E2-4142-9ABF-87A31726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Semana 2 · Ingeniería Eléctrica · 2026-2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E5A14-0CAB-4AC9-8DF3-F706A59E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BD394-2870-4AEF-AB82-54016AF7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 la unión PN a una etapa AC/DC medible y segura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803f6aa29477a"/>
          <a:srcRect xmlns:a="http://schemas.openxmlformats.org/drawingml/2006/main" l="25781" t="0" r="257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CC7C9-681A-4BB6-8E5A-79FF31A9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3531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>
              <a:alpha val="7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36AB4-2B5E-444E-BDD8-4BFEF07A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381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Foto/diagrama: Zxelt · Wikimedia Commons · CC0</a:t>
            </a:r>
          </a:p>
        </p:txBody>
      </p:sp>
    </p:spTree>
    <p:extLst>
      <p:ext uri="{BB962C8B-B14F-4D97-AF65-F5344CB8AC3E}">
        <p14:creationId xmlns:p14="http://schemas.microsoft.com/office/powerpoint/2010/main" val="10916158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888652-1255-49BB-874A-B4405915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INTRODUCCIÓN Y RUTA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FBBCA-0AB8-45F5-ACF7-9D0E03E6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que conectamos y lo que haremos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081CF-F833-4D6B-B266-EFE68201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11A9C-4BEB-457F-98AE-29E40150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465EC-F00B-4996-9C43-3E48F0E6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Partimos de Ley de Ohm, Kirchhoff, medición y señales. Ahora aparece el primer elemento no lineal del curso.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6E434-7013-4782-8E4A-492497E9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06054-078F-4E87-B4B7-B98ABA3E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0CD6F-6512-4695-969B-CAA65669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876B3-B8FA-409A-982F-198A34C8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Activar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125EF-DF13-4B09-9B38-45CAC334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175A8-DA65-4AB0-B492-E5988E43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9E873-215C-434B-B00E-2D0854E1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60B2E-3144-48B3-BC96-D7EE7E19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9CB54-8328-43CF-BA70-D070980D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4D62DA-C02C-416A-A9FC-DC4F495F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656AB6-D9B4-4F65-BCF5-7A5F7059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F7131-E6D0-4143-9087-55945B37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Experimentar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83D304-B624-4DAC-8174-B2E886ED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C9379F-0941-48D8-9151-E635C261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950442-1060-4487-8FBF-C492FEBF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C92010-8DD4-4A04-AEA5-4407D3C3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Conectar con ABP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D19A17-67D6-46D8-87A8-D49B15EE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1028700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9F5DBD-7A9A-4C34-8D6D-7745FB49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Hoy hay Laboratorio A01: teoría breve, predicción, montaje, medición y análisis.</a:t>
            </a:r>
          </a:p>
        </p:txBody>
      </p:sp>
    </p:spTree>
    <p:extLst>
      <p:ext uri="{BB962C8B-B14F-4D97-AF65-F5344CB8AC3E}">
        <p14:creationId xmlns:p14="http://schemas.microsoft.com/office/powerpoint/2010/main" val="10207929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A9AB4F-EEB9-4164-8ACE-6F6BB819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OBJETIVOS DE APRENDIZAJE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A8DF3-C049-4525-8C49-08568425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Al finalizar esta semana podrás…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5DC33-D3E5-4067-BA8D-272DA97E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98F55-1F35-4D1E-8890-F34795AB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B74C8-6C78-4490-89E2-9319BC8A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DD53B0-A964-4142-AF2F-6088EAEC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819D1-6FC0-46B5-A9E2-9B90B533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B7DB0-4069-4CF3-B853-31989534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01A6F-AD8E-41D3-8C5E-75D7C4A1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Explicar la polarización directa e inversa del diodo.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14D8D-8F20-40DA-877A-8CAFA5BC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6D6B0-D429-4F9B-8A7E-93795AE0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F61A69-2DDE-4E9A-8C98-06211358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DD9724-A3D7-418E-A333-18018FF9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Aplicar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7A8618-B86D-4B4A-B05B-795D513F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Analizar rectificación, filtrado y regulación Zener.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44B52D-9122-4C1B-A639-37436F94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0DEFF8-1892-4A68-ABDA-10DF3616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0F3A05-C951-43EF-94A1-04348D53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3ACE3A-4FDD-4494-8797-4FE14CEC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Integrar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0F7628-649F-4239-B6E8-8EA02D59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Medir y documentar la primera etapa común del ABP.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32BDAB-07DC-4E5C-AC1A-19DFBD98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Evidencia: preinforme/trabajo en clase + mediciones + informe + aporte individual.</a:t>
            </a:r>
          </a:p>
        </p:txBody>
      </p:sp>
    </p:spTree>
    <p:extLst>
      <p:ext uri="{BB962C8B-B14F-4D97-AF65-F5344CB8AC3E}">
        <p14:creationId xmlns:p14="http://schemas.microsoft.com/office/powerpoint/2010/main" val="6827777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B92064-3D71-4F55-A4C1-6A2FDC93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CONCEPTOS ESENCIALES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CE0FD-1E09-4985-B61D-B215C097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Cuatro ideas para explicar el comportamiento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A9E4D-D2D0-42F7-80DE-F74F58BD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A78E4-BD01-467F-B499-ACAB49E0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D9F59-35F2-4191-8766-9B1FABCE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E7112-3507-422F-996C-D7297FC7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EBC45-58B2-407E-992C-EDAE65ED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770BD-3BF5-4C3B-BCBC-99DCF219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Unión PN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D2D4C-C6E7-4709-88C2-55217C3F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La barrera interna define cuándo conduce el dispositivo.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E0081-20D1-49FA-A0A5-F9074618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85698-ED05-4C5F-BF35-D479F031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59136-AFED-464E-A957-E4483741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373E4-F3FC-405D-B4CC-4B8A19DD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Modelo práctico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2A2B1-EED4-4369-ACF1-B0630AB8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En silicio se considera una caída cercana a 0,7 V.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EC7436-BBEE-4BCA-A2E7-81DDA57E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5E5475-4872-4FE6-8DDA-E9682DE0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40C03B-F939-4EE6-95F6-E2FC7923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D6B81A-FD85-4A75-B332-96B3854A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Rectificación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3054D1-65DD-4C91-9419-88EC5E6A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Media onda o puente convierten una señal alterna en una salida unidireccional.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B4AD8F-3084-4FED-9F6D-7FD0D019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8B4F73-19F4-49B3-800B-6D8C104E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A44499-6965-44A4-979D-0F78F38D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C7253C-247D-4028-8113-A7E83EEE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Filtrado y Zener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7AC6CA-D526-459D-9E52-E2D95A5C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El capacitor reduce rizado y el Zener limita la tensión dentro de su zona segura.</a:t>
            </a:r>
          </a:p>
        </p:txBody>
      </p:sp>
    </p:spTree>
    <p:extLst>
      <p:ext uri="{BB962C8B-B14F-4D97-AF65-F5344CB8AC3E}">
        <p14:creationId xmlns:p14="http://schemas.microsoft.com/office/powerpoint/2010/main" val="11095302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50EA2-8559-4251-AA95-0DB127DF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EJEMPLO GUIADO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5244D-F8D4-4109-902D-3D3487D9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Diseño rápido de un LED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B942F-CEBC-4150-9720-B5F4091E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80868-2D0A-4308-A090-50939642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14AA7-4C1A-4B4B-B2E6-A8444152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46863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4C1C6-240E-4673-B105-03174D2F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3886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Vs = 9 V · VLED = 2 V · I = 15 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F9314-F09E-41AA-9E0D-FA3D2A96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Primero: represente datos, unidades y supuestos.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4CC89-7B73-45D7-B107-9CBF2F5E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28800"/>
            <a:ext cx="56007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07F9A-9E67-4FCC-94F0-9FF3DB7E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 = (9 − 2) / 0,015 = 467 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117222-068B-4FA8-8F5D-7E7F97EC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4648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Elegimos 470 Ω y verificamos potencia antes de montar.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A7619-7EF7-455C-925D-215AF392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4C4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4C4C"/>
                </a:solidFill>
                <a:latin typeface="Aptos"/>
                <a:ea typeface="Aptos"/>
                <a:cs typeface="Aptos"/>
              </a:rPr>
              <a:t>Pregunta al equipo: ¿qué mediría para comprobarlo y qué resultado haría cambiar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6430827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079DCC-887D-4D1E-BB80-0155C5F9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ACTIVIDAD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4A8E6-B8DB-4F2A-AB1E-662C75B8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Prediga, contraste y explique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3DDFB-F383-457D-B080-17BE5904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0D49B-A0CE-4A15-A1CF-ABD02204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CA282-7043-4822-B104-C3D6FF59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FB27C-5DA3-46AD-B6B5-3DCB88D3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4FFF0-78EA-4E1F-A5DE-B9D64DFD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E870A-B8AA-4ACC-A010-2B79051E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Prediga la forma de onda antes de conectar.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87042-4CD0-462A-B0FC-7DBD189C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7B8CBD-D0D5-4D10-9A64-14CF6F04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B445F7-2FCB-407A-8980-AED3D59A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180BBB-6186-4995-8922-4FB475C2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Mida el valor pico y el rizado con y sin capacitor.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2CCC3-52ED-422B-B4A1-E97D508C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775793-6115-4E1D-AAF9-C3A2D1AA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CBA7A6-170E-41B3-A4F7-476BF154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A2FAFC-C1F0-4491-9589-C9F598E2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Compare cálculo, simulación y montaje; explique la diferencia.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AFFF3C-9A90-4EAD-BC18-D2A33348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48350"/>
            <a:ext cx="94869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522E94-0571-491D-B5CA-71860A21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Cada respuesta debe incluir una razón técnica, no solo el resultado.</a:t>
            </a:r>
          </a:p>
        </p:txBody>
      </p:sp>
    </p:spTree>
    <p:extLst>
      <p:ext uri="{BB962C8B-B14F-4D97-AF65-F5344CB8AC3E}">
        <p14:creationId xmlns:p14="http://schemas.microsoft.com/office/powerpoint/2010/main" val="10473367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17D841-B1BA-4024-A765-C10CD9F1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PRÁCTICA DE LABORATORIO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283BB-2CA7-4EF1-A88E-AD7690D5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Laboratorio A01 · Diodos, rectificación, filtro y Zener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9A1B7-8F81-4710-832E-2DDDA6E4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9360A-6AE6-4501-8776-09622129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E07DB-C23A-427C-90B1-35FC55F2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28800"/>
            <a:ext cx="49530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B5EFE-ECC9-40F6-B9EE-7C271017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Materiales clave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5E005-CB74-49C3-87CD-36E7AD6F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1N4007 · LED · resistencias · capacitor · Zener · multímetro · fuente de baja tensión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3F33A-33DE-4BE7-B2D5-9B2042FB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28800"/>
            <a:ext cx="55626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9525">
            <a:solidFill>
              <a:srgbClr val="F6A5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4680F-C8FF-4693-8D7E-7F32663C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812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Seguridad y punto de cuidado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BA3239-31A0-45FA-8CF0-22017708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293B"/>
                </a:solidFill>
                <a:latin typeface="Aptos"/>
                <a:ea typeface="Aptos"/>
                <a:cs typeface="Aptos"/>
              </a:rPr>
              <a:t>Respete polaridad. Descargue capacitores. No conecte la protoboard directamente a 120 V.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14F85-BF8E-469B-9740-128B3CF7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32385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2F683-C8B0-4910-8808-E4A0D54B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EE968-63F2-40D0-9E74-C0277396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862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Preinforme y trabajo en clase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24705-349F-49D5-BB7C-338C0F07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91000"/>
            <a:ext cx="32385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6AECA-BFB6-41CC-9666-433FBB26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24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C0601-1D30-447C-9B92-63F2FE78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862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Informe completo del equipo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E0B16-B700-4D7D-ACDA-C89F7B75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91000"/>
            <a:ext cx="32385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158FF8-EF04-47EC-9A70-D0C8C9DD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24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567B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7567B5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49AB60-DF3E-418D-BCC0-A1A4BDEE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862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Aporte y sustentación individual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BC26D6-F715-45ED-B246-F793FCDD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293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Equipos de 3 · roles rotativos · cada integrante registra qué hizo y qué decisión tomó.</a:t>
            </a:r>
          </a:p>
        </p:txBody>
      </p:sp>
    </p:spTree>
    <p:extLst>
      <p:ext uri="{BB962C8B-B14F-4D97-AF65-F5344CB8AC3E}">
        <p14:creationId xmlns:p14="http://schemas.microsoft.com/office/powerpoint/2010/main" val="6403507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A31E4F-D818-407B-8C40-EC7EE57B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CONEXIÓN ABP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539DB-016B-4598-9A00-70A1889E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¿Qué aporta esta semana al proyecto?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B3A00-1CD9-4930-A229-FC7DBB24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0A746-6755-49A0-AB51-4AA1A5D8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1B69D-186E-47E0-85C1-27FA4C71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7442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4D5ED-DA64-44F0-9E72-CBD555A3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33600"/>
            <a:ext cx="971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Construir la etapa común AC/DC, registrar sus mediciones y justificar una protección o mejora.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A0F53-4887-427A-BC20-5BAE85CF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E71EE-826C-49E9-82D2-B7FD17FE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Necesidad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4C8AF-000B-4DB5-A185-375A3033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8C846-6AC6-41E5-B3E0-14C2FA14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9681D-8C99-4C2A-B11F-3BA80A29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Decisión técnica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61FF1-4681-44C3-A43F-E6C34B63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B62ABC-A47F-4BFC-93F8-7331263C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A24D7-7D37-4CF8-B882-ECE9ABCB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A0D2D-7DCF-4021-8EB7-DDC957A5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E7584A-255F-4AD8-8747-C583FDDF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F41DD9-0CFB-4565-A074-0A604DA1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Mejora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77EBD3-5F66-43B5-8331-F237AB89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El preproyecto orienta y permite corregir; el proyecto final valora la integración final mejorada.</a:t>
            </a:r>
          </a:p>
        </p:txBody>
      </p:sp>
    </p:spTree>
    <p:extLst>
      <p:ext uri="{BB962C8B-B14F-4D97-AF65-F5344CB8AC3E}">
        <p14:creationId xmlns:p14="http://schemas.microsoft.com/office/powerpoint/2010/main" val="2152991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D4FE03-ADC3-4416-94D3-AAF7D974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CONCLUSIÓN Y SALIDA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0EA30-11FC-4B0C-B5C4-4A5DB025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esencial se convierte en una decisión de diseño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CCD91-9851-4C97-807B-8C9C58B9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03D9E-E88D-4413-9EE4-661CAADC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D2B2C-F6A9-42F1-BA97-5D1B7DE9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5715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1293B"/>
                </a:solidFill>
                <a:latin typeface="Aptos"/>
                <a:ea typeface="Aptos"/>
                <a:cs typeface="Aptos"/>
              </a:rPr>
              <a:t>Un diodo no solo cambia la forma de onda: permite tomar una decisión de diseño sobre polaridad, rizado, nivel de salida y protección.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36DBD-4B95-4C45-9872-EC7C871F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57150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30FBD-17D9-41B3-993E-C3C1A58A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5048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Salida breve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¿Qué puedo explicar?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¿Qué evidencia obtuve?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¿Qué debo mejorar en el ABP?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7C892-D3B4-4C73-BC23-425FEB5A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47850"/>
            <a:ext cx="46863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83F2C-E7A0-4CB0-B688-B995ACD2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Próxima conexión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F642E-99E7-41A5-9D8A-C2632F28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848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BJT como interruptor y control de cargas.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5A96B-C574-40B1-AC7D-EA5EA92B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Conserve cálculos, fotos, mediciones y decisiones: serán evidencia del proceso.</a:t>
            </a:r>
          </a:p>
        </p:txBody>
      </p:sp>
    </p:spTree>
    <p:extLst>
      <p:ext uri="{BB962C8B-B14F-4D97-AF65-F5344CB8AC3E}">
        <p14:creationId xmlns:p14="http://schemas.microsoft.com/office/powerpoint/2010/main" val="513116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2026-07-22T15:31:47.4750000Z</dcterms:created>
  <dcterms:modified xsi:type="dcterms:W3CDTF">2026-07-22T15:31:47.4750000Z</dcterms:modified>
</coreProperties>
</file>