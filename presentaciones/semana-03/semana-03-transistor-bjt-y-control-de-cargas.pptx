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7d1d743364054" /><Relationship Type="http://schemas.openxmlformats.org/officeDocument/2006/relationships/extended-properties" Target="/docProps/app.xml" Id="Ra78f414a9c4f40fb" /><Relationship Type="http://schemas.openxmlformats.org/officeDocument/2006/relationships/officeDocument" Target="/ppt/presentation.xml" Id="Rb0078692fe3645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19fe95bc64c4b"/>
  </p:sldMasterIdLst>
  <p:notesMasterIdLst>
    <p:notesMasterId xmlns:r="http://schemas.openxmlformats.org/officeDocument/2006/relationships" r:id="Rb76cf9ea0ea347a1"/>
  </p:notesMasterIdLst>
  <p:sldIdLst>
    <p:sldId xmlns:r="http://schemas.openxmlformats.org/officeDocument/2006/relationships" id="256" r:id="R093275cf3740468d"/>
    <p:sldId xmlns:r="http://schemas.openxmlformats.org/officeDocument/2006/relationships" id="257" r:id="R558f7948b4dd48b9"/>
    <p:sldId xmlns:r="http://schemas.openxmlformats.org/officeDocument/2006/relationships" id="258" r:id="R0e166c99078c4d38"/>
    <p:sldId xmlns:r="http://schemas.openxmlformats.org/officeDocument/2006/relationships" id="259" r:id="R5d988a917d024007"/>
    <p:sldId xmlns:r="http://schemas.openxmlformats.org/officeDocument/2006/relationships" id="260" r:id="R5a8019fb93d54a85"/>
    <p:sldId xmlns:r="http://schemas.openxmlformats.org/officeDocument/2006/relationships" id="261" r:id="R3fe2c36bd2574469"/>
    <p:sldId xmlns:r="http://schemas.openxmlformats.org/officeDocument/2006/relationships" id="262" r:id="Rdd79736c73ba4b45"/>
    <p:sldId xmlns:r="http://schemas.openxmlformats.org/officeDocument/2006/relationships" id="263" r:id="R3df4809cabcf4c8e"/>
    <p:sldId xmlns:r="http://schemas.openxmlformats.org/officeDocument/2006/relationships" id="264" r:id="R85d72f65818347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0c0c34726f4aec" /><Relationship Type="http://schemas.openxmlformats.org/officeDocument/2006/relationships/slideMaster" Target="/ppt/slideMasters/slideMaster1.xml" Id="R56319fe95bc64c4b" /><Relationship Type="http://schemas.openxmlformats.org/officeDocument/2006/relationships/notesMaster" Target="/ppt/notesMasters/notesMaster1.xml" Id="Rb76cf9ea0ea347a1" /><Relationship Type="http://schemas.openxmlformats.org/officeDocument/2006/relationships/presProps" Target="/ppt/presProps.xml" Id="R70627106ab39496f" /><Relationship Type="http://schemas.openxmlformats.org/officeDocument/2006/relationships/tableStyles" Target="/ppt/tableStyles.xml" Id="R1b1c8d3bb78948ad" /><Relationship Type="http://schemas.openxmlformats.org/officeDocument/2006/relationships/slide" Target="/ppt/slides/slide1.xml" Id="R093275cf3740468d" /><Relationship Type="http://schemas.openxmlformats.org/officeDocument/2006/relationships/slide" Target="/ppt/slides/slide2.xml" Id="R558f7948b4dd48b9" /><Relationship Type="http://schemas.openxmlformats.org/officeDocument/2006/relationships/slide" Target="/ppt/slides/slide3.xml" Id="R0e166c99078c4d38" /><Relationship Type="http://schemas.openxmlformats.org/officeDocument/2006/relationships/slide" Target="/ppt/slides/slide4.xml" Id="R5d988a917d024007" /><Relationship Type="http://schemas.openxmlformats.org/officeDocument/2006/relationships/slide" Target="/ppt/slides/slide5.xml" Id="R5a8019fb93d54a85" /><Relationship Type="http://schemas.openxmlformats.org/officeDocument/2006/relationships/slide" Target="/ppt/slides/slide6.xml" Id="R3fe2c36bd2574469" /><Relationship Type="http://schemas.openxmlformats.org/officeDocument/2006/relationships/slide" Target="/ppt/slides/slide7.xml" Id="Rdd79736c73ba4b45" /><Relationship Type="http://schemas.openxmlformats.org/officeDocument/2006/relationships/slide" Target="/ppt/slides/slide8.xml" Id="R3df4809cabcf4c8e" /><Relationship Type="http://schemas.openxmlformats.org/officeDocument/2006/relationships/slide" Target="/ppt/slides/slide9.xml" Id="R85d72f658183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043d051d6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95d630eef4859" /><Relationship Type="http://schemas.openxmlformats.org/officeDocument/2006/relationships/notesMaster" Target="/ppt/notesMasters/notesMaster1.xml" Id="R04e268b7828444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1d31c92e64bcc" /><Relationship Type="http://schemas.openxmlformats.org/officeDocument/2006/relationships/notesMaster" Target="/ppt/notesMasters/notesMaster1.xml" Id="R863892de7ca7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52a24184694caf" /><Relationship Type="http://schemas.openxmlformats.org/officeDocument/2006/relationships/notesMaster" Target="/ppt/notesMasters/notesMaster1.xml" Id="R430c335d3b53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6bd2b4d0f4d55" /><Relationship Type="http://schemas.openxmlformats.org/officeDocument/2006/relationships/notesMaster" Target="/ppt/notesMasters/notesMaster1.xml" Id="R3544926abc67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c418b0b764fee" /><Relationship Type="http://schemas.openxmlformats.org/officeDocument/2006/relationships/notesMaster" Target="/ppt/notesMasters/notesMaster1.xml" Id="R87601652e11741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5cafa5fe94183" /><Relationship Type="http://schemas.openxmlformats.org/officeDocument/2006/relationships/notesMaster" Target="/ppt/notesMasters/notesMaster1.xml" Id="R98c3e3051c05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90668c71bf429c" /><Relationship Type="http://schemas.openxmlformats.org/officeDocument/2006/relationships/notesMaster" Target="/ppt/notesMasters/notesMaster1.xml" Id="Rca7de87dbd59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dbc584f0f04161" /><Relationship Type="http://schemas.openxmlformats.org/officeDocument/2006/relationships/notesMaster" Target="/ppt/notesMasters/notesMaster1.xml" Id="R3640578a27b44c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72f30b60654a9e" /><Relationship Type="http://schemas.openxmlformats.org/officeDocument/2006/relationships/notesMaster" Target="/ppt/notesMasters/notesMaster1.xml" Id="Rb95613b7aaac4c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c15e6ac3f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e136be96294668" /><Relationship Type="http://schemas.openxmlformats.org/officeDocument/2006/relationships/slideLayout" Target="/ppt/slideLayouts/slideLayout1.xml" Id="Rf304b8244c5041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4b8244c5041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b3cf558b84967" /><Relationship Type="http://schemas.openxmlformats.org/officeDocument/2006/relationships/image" Target="/ppt/media/image.jpeg" Id="R3aebbf5a67664962" /><Relationship Type="http://schemas.openxmlformats.org/officeDocument/2006/relationships/notesSlide" Target="/ppt/notesSlides/notesSlide1.xml" Id="R695e36dde0de4e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d120de27a4d50" /><Relationship Type="http://schemas.openxmlformats.org/officeDocument/2006/relationships/notesSlide" Target="/ppt/notesSlides/notesSlide2.xml" Id="R4e6ece9ab2fe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d4d5c2df14abf" /><Relationship Type="http://schemas.openxmlformats.org/officeDocument/2006/relationships/notesSlide" Target="/ppt/notesSlides/notesSlide3.xml" Id="R033a61bb7b65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e3d44ea174834" /><Relationship Type="http://schemas.openxmlformats.org/officeDocument/2006/relationships/notesSlide" Target="/ppt/notesSlides/notesSlide4.xml" Id="R5c70a5a9a07a42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6e59bbb144bac" /><Relationship Type="http://schemas.openxmlformats.org/officeDocument/2006/relationships/notesSlide" Target="/ppt/notesSlides/notesSlide5.xml" Id="Rc4f495ebda1248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596bab7474d96" /><Relationship Type="http://schemas.openxmlformats.org/officeDocument/2006/relationships/notesSlide" Target="/ppt/notesSlides/notesSlide6.xml" Id="R74fef4882530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df392faed4d55" /><Relationship Type="http://schemas.openxmlformats.org/officeDocument/2006/relationships/notesSlide" Target="/ppt/notesSlides/notesSlide7.xml" Id="R5735dc09545240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48e9971064440" /><Relationship Type="http://schemas.openxmlformats.org/officeDocument/2006/relationships/notesSlide" Target="/ppt/notesSlides/notesSlide8.xml" Id="R4077995d3079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03c616d514afd" /><Relationship Type="http://schemas.openxmlformats.org/officeDocument/2006/relationships/notesSlide" Target="/ppt/notesSlides/notesSlide9.xml" Id="Rcd94a0a2097448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2CF6A-32EA-4FBD-916D-CEEDD14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BB76-0EEB-40AA-901C-BBC57484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E17E2-C4B7-48CB-BA5D-C98FE4D1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Transistor BJT y control de cargas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1E035-EAEE-492B-B7C3-AB0EFA76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3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0373-0C99-4032-BC15-9B705F1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93102-504F-4441-9B2E-57EBC6B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corriente pequeña gobierna una carga mayor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bf5a67664962"/>
          <a:srcRect xmlns:a="http://schemas.openxmlformats.org/drawingml/2006/main" l="21296" t="0" r="21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A2D3D-B299-40DD-82D7-61581C7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C4D51-9B4A-4291-AC30-E4B744D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Honina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659258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ED63-6650-4C01-8821-1B43F80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EC96B-F9FC-4F43-95C4-DAB5F76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0514D-AE3B-476C-94DC-42CF52A8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FD020-E66B-457B-92E5-3CBC97B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F8D05-2133-4B11-8435-05A1B2DF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etapa AC/DC entrega energía. Falta decidir cuándo una carga debe activarse.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699BE-83B6-4A6A-8266-5E23F64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EFF11-CB5E-4A21-AFD1-6603F7B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4F2A5-0EB1-4ECD-85F3-D159491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AA62-8E90-4C2F-9E9E-9AA85DD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4AFE7-062C-41E2-8A91-E4ECF8A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50C2D-9F06-4EA9-997D-47AD167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0C348-66A2-4BF7-9944-EFA6D5F1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D56CC-27AD-4790-9FC0-C9E52EDA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61C6C-2905-4096-8B92-A4B651E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19D60-6837-4A77-AB8A-43144ED2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D8E0B-73F7-4015-92E3-DCD62F01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8822F-E7EC-47A3-8306-66AF876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2AE30-7067-4C29-8357-F38EC6D1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369BB-FEC2-47A5-A62D-D7D2044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D6DBC-BD48-4228-9F3F-7D163A0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7BDBD-B2E5-45A0-8588-A5885FD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9154E-9B75-44E9-950C-E99AB14E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4CC77-F89F-439D-9CBC-D8F5E2B8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A02: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319722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A6C0B-F252-4A10-8019-9E6C85EE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13571-6CA3-486A-9DA7-FFAE209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EA04F-EFC4-4377-9FF4-203D98E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F4EDF-0233-48ED-B822-FC7485C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57547-B746-4705-8288-7D9FC49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0970B-70B4-4F53-AAEB-B9E77A2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3A53C-FD64-456E-A3A3-E09F3AF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6EA8A-4E1C-4158-B245-EA944E6A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766DD-3589-4C00-92AC-0AD9FEB1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Distinguir corte, activa y saturación.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32E3B-C590-48FC-88D5-3482830B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58526-06F3-4DA8-8DCA-6CC99DEA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ABC11-C542-4830-8094-1515B84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FA6CA-84A0-4F0D-80BE-CEE532F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7C0EC-377F-4C92-8B31-041756C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Calcular una resistencia de base para conmutación.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5E283-4AA3-4585-B2C8-0E40352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FEB51-CD89-4BB6-A428-DA3D421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CCE1D-50AF-4588-A7C2-67518D4C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9785B-05E9-4292-AC9C-20C4E71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E4A63-CA16-4AD4-A7EF-CEEA90F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Controlar una carga e incorporar protección inductiva.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C033D-C388-4D7B-8A36-831D55F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80977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1FA4F-7E44-4689-B929-D653C2D3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ABB4C-89F0-4B98-8F47-757E81AA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F3B56-FC20-4E12-9595-B1B36DC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0B878-B645-4DBB-80A0-33A76CB3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9C65B-084F-4769-BC6A-5BB2EA3A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1C61C-BA89-4FDC-A5F0-2BD7205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8F3C9-1696-4624-87D3-76EC301B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99454-7D02-432F-9133-962371D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Terminales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7A9B7-23E7-4AC9-9B7E-E9DDBE0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Base, colector y emisor deben confirmarse en la hoja de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EDB76-B967-4CCB-B899-81D0158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B29C8-3EA8-4B54-BE3F-E33E1C15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BFF56-79AA-4DEA-A0A1-9D598584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510E-BD1D-4DDC-AC32-12C72C8D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1963-5F6D-4745-A283-DBCC350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Sin corriente de base, el transistor se comporta como interruptor abierto.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31B51-0DF6-41E8-A59D-36DBB0B5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EC861-9B2A-47A5-B6BF-1F1F041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9463C-EDF0-4C0A-86FF-180782B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8BF0F-7F21-4DD5-84EA-7D76FA14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Saturación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1CC10-CCE7-4B89-BCFA-E80F61A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 excitación suficiente, la caída VCE se reduce y la carga se activa.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BA0BD-168B-4A63-AEA4-AAC00F8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0EB16-45E4-4353-9E63-8274D6D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F9B35-09F4-4E03-91D2-C566D938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93461-40F1-4166-BD7B-B4B8DEB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Protección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10517-FD22-4BD2-8955-0B9E02DC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carga inductiva necesita diodo de rueda libre para limitar el transitorio.</a:t>
            </a:r>
          </a:p>
        </p:txBody>
      </p:sp>
    </p:spTree>
    <p:extLst>
      <p:ext uri="{BB962C8B-B14F-4D97-AF65-F5344CB8AC3E}">
        <p14:creationId xmlns:p14="http://schemas.microsoft.com/office/powerpoint/2010/main" val="1864503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4CDC2-CB25-438B-AC0F-772D0094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3DACD-311C-4582-B742-D9C1DBE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Base para conmutar 100 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94DA9-8E5E-4B08-8785-8C0E5F2F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CFCCF-FD89-4583-B61C-27C62A5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631F-B8FD-4AF0-B1ED-DFEC8462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71223-32EF-4AB8-8B88-982811D6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Vin = 5 V · VBE = 0,7 V · β forzado =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B1A8-5D5D-4CE9-A226-82181AE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986D8-1C25-41E0-9BC3-C7A6E532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7DAEC-C2B6-4B33-A56D-509DFF75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IB = 10 mA · RB = 4,3 V / 10 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59D4-DDE0-4CB0-9379-4EE9820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RB ≈ 430 Ω; seleccione valor comercial y verifique potencia.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FC31D-674F-4EC0-9A6F-1496CF75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399571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FAC9C-352A-4220-B6E3-BE5E0DF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C2D3E-35E1-4DF2-B50F-88E735EB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733CA-FD69-44E3-A6C6-08C26DDB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35B8F-13F3-4EFD-AB97-7EBA2EAD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BCC6E-F874-4527-B142-65080326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8EEF0-AD34-4AA6-80AE-844CA9A4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5A6DE-6269-4237-8A1A-9767F5D0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49F0-F2A2-4C13-9ABF-6AE0667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Identifique terminales sin asumir el encapsulado.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F7FB2-7D12-4CAA-9D42-1F3496C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5C824-74A0-4DC8-A548-B42EDDAE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858B5-9D37-443D-A82D-1D37D73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AB110-BF00-477E-BC48-CF4E2E4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 qué voltajes indican corte y saturación.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3A528-4F1A-4BC6-99AB-8302B7A1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5EAEB-B6A0-422E-A5FE-CB2B1DC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49B6C-E460-4EB8-A597-486D9C5B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1A28A-6DAD-4E50-B6C7-096900B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Explique por qué el relé requiere diodo de protección.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53C3F-5763-4088-929D-937DFC2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2ACCB-2C85-4939-B706-44E21A5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975020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5AED4-5133-4E14-8C62-86580B84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BD643-E02C-4AA5-95C2-0BD1B8E3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9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A02 · BJT como interruptor, medición y carga inductiva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C5AE-9772-45A2-A093-4AEF35B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B02F-3811-4F6B-B6D8-0AD8B4CD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12420-66B6-40E8-88DA-A29A7D5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CB2B5-DE12-464C-8A04-2A7D52C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BB032-C76C-4726-B071-03A1F45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2N2222 o BC547 · LED o relé · resistencias · diodo 1N4007 · multímetro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580B2-865C-451F-83E7-D7D8789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FB802-7F86-4B16-BA51-EB006CBE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6FEDA-6B1A-48F3-858D-7FD4813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Desenergice antes de modificar. Verifique corriente de carga y polaridad del diodo.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8A9F-87DF-4387-A029-198CF8E8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DF9A7-0161-46E4-9A20-D557BE8A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A168A-D954-4A94-AC1E-0799496E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CBEF3-5AFE-45FB-AD6E-478ADCC6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8181E-EA08-4137-AAA9-FD010430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0FC66-1951-430A-82E3-082EFE6A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B138D-690F-443E-A7C0-805A24B1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87BAF-C0DC-4C64-B16D-5489A95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491AB-EA62-48D7-8BA3-9777008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DE326-6B3E-44CA-AD83-46A79474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325735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1556E-B6DA-44C2-BD55-AFDAC29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C34C8-BEDE-49E1-82A9-4CF50EFC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90971-0EDE-4F5C-BEE8-5E6AC044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78892-9B8B-4896-95CB-F9566828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D3E4-2EEF-46E0-A91B-E1155F31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40FD5-1A69-4C8C-A6BB-0F3C92E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Agregar una salida controlada a la etapa común y llevar a revisión formativa el Preproyecto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09A61-0213-4562-9A55-45FFD63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0BEE6-2DCB-4E53-8796-1865980D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6BF42-FD93-4B05-A991-3D43E17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33169-8FF7-4063-AE24-9F6AD9F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72A68-2ADF-42DB-A1B3-6686F3D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67D70-1BF8-4422-A7F9-3B834D5C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2B6B2-53F0-409B-A3F3-98364B3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1BDD9-4212-49C3-A0F0-764706D9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D2BAF-3A3A-4E9B-B046-F624F01F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574ED-778E-4942-8572-23D9E36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DA39D-8ED5-44B7-A938-0384F29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80402-15E3-4641-BE42-40E8A38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708935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546BF-634E-420D-A2B3-DA5B7148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9ED1-C965-4C49-B6F5-19E09413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9DFA5-CD28-4F2B-9D4F-BC230D2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AC91C-6C9C-4DC7-93DA-1DCFEF1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19BD-FC35-4957-8D56-84C06EE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El BJT convierte una condición de entrada en una acción de potencia; la calidad del diseño se demuestra midiendo y protegiendo la carga.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885C5-E015-4A02-8946-9A5ACF08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6DB7E-3BE3-44EC-8E41-592B77B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D8B86-AC92-457E-8F74-15057F7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7D8ED-2CF5-41DE-87CC-5D8E9218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265CF-DBD8-4DB3-AD6D-7896218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MOSFET, comparación y Quiz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BFB8C-F20A-485B-9A27-5EB6E4C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630971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2026-07-22T15:31:48.0560000Z</dcterms:created>
  <dcterms:modified xsi:type="dcterms:W3CDTF">2026-07-22T15:31:48.0560000Z</dcterms:modified>
</coreProperties>
</file>