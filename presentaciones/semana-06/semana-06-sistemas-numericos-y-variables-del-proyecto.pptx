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6c3f231e74e0f" /><Relationship Type="http://schemas.openxmlformats.org/officeDocument/2006/relationships/extended-properties" Target="/docProps/app.xml" Id="Rbdc69c647d1948d5" /><Relationship Type="http://schemas.openxmlformats.org/officeDocument/2006/relationships/officeDocument" Target="/ppt/presentation.xml" Id="R83246be143e842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4c1bf54ef64dbf"/>
  </p:sldMasterIdLst>
  <p:notesMasterIdLst>
    <p:notesMasterId xmlns:r="http://schemas.openxmlformats.org/officeDocument/2006/relationships" r:id="R0a1e852e9ddd4d62"/>
  </p:notesMasterIdLst>
  <p:sldIdLst>
    <p:sldId xmlns:r="http://schemas.openxmlformats.org/officeDocument/2006/relationships" id="256" r:id="R9c49655a199945af"/>
    <p:sldId xmlns:r="http://schemas.openxmlformats.org/officeDocument/2006/relationships" id="257" r:id="Re0f28d36cc094ea7"/>
    <p:sldId xmlns:r="http://schemas.openxmlformats.org/officeDocument/2006/relationships" id="258" r:id="Rd571b8b363e54083"/>
    <p:sldId xmlns:r="http://schemas.openxmlformats.org/officeDocument/2006/relationships" id="259" r:id="R6a536d4e81e2425e"/>
    <p:sldId xmlns:r="http://schemas.openxmlformats.org/officeDocument/2006/relationships" id="260" r:id="R96e1cee4f5b44541"/>
    <p:sldId xmlns:r="http://schemas.openxmlformats.org/officeDocument/2006/relationships" id="261" r:id="Rce43a5d1661948cb"/>
    <p:sldId xmlns:r="http://schemas.openxmlformats.org/officeDocument/2006/relationships" id="262" r:id="R3528660ce2b8415c"/>
    <p:sldId xmlns:r="http://schemas.openxmlformats.org/officeDocument/2006/relationships" id="263" r:id="Rc17e86b2b1c64e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ac6f6a1e974fce" /><Relationship Type="http://schemas.openxmlformats.org/officeDocument/2006/relationships/slideMaster" Target="/ppt/slideMasters/slideMaster1.xml" Id="R764c1bf54ef64dbf" /><Relationship Type="http://schemas.openxmlformats.org/officeDocument/2006/relationships/notesMaster" Target="/ppt/notesMasters/notesMaster1.xml" Id="R0a1e852e9ddd4d62" /><Relationship Type="http://schemas.openxmlformats.org/officeDocument/2006/relationships/presProps" Target="/ppt/presProps.xml" Id="R5391e2b1aec3481e" /><Relationship Type="http://schemas.openxmlformats.org/officeDocument/2006/relationships/tableStyles" Target="/ppt/tableStyles.xml" Id="R36a9744207d84f92" /><Relationship Type="http://schemas.openxmlformats.org/officeDocument/2006/relationships/slide" Target="/ppt/slides/slide1.xml" Id="R9c49655a199945af" /><Relationship Type="http://schemas.openxmlformats.org/officeDocument/2006/relationships/slide" Target="/ppt/slides/slide2.xml" Id="Re0f28d36cc094ea7" /><Relationship Type="http://schemas.openxmlformats.org/officeDocument/2006/relationships/slide" Target="/ppt/slides/slide3.xml" Id="Rd571b8b363e54083" /><Relationship Type="http://schemas.openxmlformats.org/officeDocument/2006/relationships/slide" Target="/ppt/slides/slide4.xml" Id="R6a536d4e81e2425e" /><Relationship Type="http://schemas.openxmlformats.org/officeDocument/2006/relationships/slide" Target="/ppt/slides/slide5.xml" Id="R96e1cee4f5b44541" /><Relationship Type="http://schemas.openxmlformats.org/officeDocument/2006/relationships/slide" Target="/ppt/slides/slide6.xml" Id="Rce43a5d1661948cb" /><Relationship Type="http://schemas.openxmlformats.org/officeDocument/2006/relationships/slide" Target="/ppt/slides/slide7.xml" Id="R3528660ce2b8415c" /><Relationship Type="http://schemas.openxmlformats.org/officeDocument/2006/relationships/slide" Target="/ppt/slides/slide8.xml" Id="Rc17e86b2b1c64e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c87f3cad043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aede7bfdce4ac5" /><Relationship Type="http://schemas.openxmlformats.org/officeDocument/2006/relationships/notesMaster" Target="/ppt/notesMasters/notesMaster1.xml" Id="R208f16e0621d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b284644eb49cb" /><Relationship Type="http://schemas.openxmlformats.org/officeDocument/2006/relationships/notesMaster" Target="/ppt/notesMasters/notesMaster1.xml" Id="Rfa33544dc72e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32cde45ad407b" /><Relationship Type="http://schemas.openxmlformats.org/officeDocument/2006/relationships/notesMaster" Target="/ppt/notesMasters/notesMaster1.xml" Id="Red283007e11b4d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6c091d12b4255" /><Relationship Type="http://schemas.openxmlformats.org/officeDocument/2006/relationships/notesMaster" Target="/ppt/notesMasters/notesMaster1.xml" Id="R75d86a4c5a794f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ff4cb6a78a4d4e" /><Relationship Type="http://schemas.openxmlformats.org/officeDocument/2006/relationships/notesMaster" Target="/ppt/notesMasters/notesMaster1.xml" Id="R3feeb64d85f8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c3a56e69144d1c" /><Relationship Type="http://schemas.openxmlformats.org/officeDocument/2006/relationships/notesMaster" Target="/ppt/notesMasters/notesMaster1.xml" Id="R563d68abd88c45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9cc5d881c14964" /><Relationship Type="http://schemas.openxmlformats.org/officeDocument/2006/relationships/notesMaster" Target="/ppt/notesMasters/notesMaster1.xml" Id="R19da7bae360d4f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674a65c2bd48bd" /><Relationship Type="http://schemas.openxmlformats.org/officeDocument/2006/relationships/notesMaster" Target="/ppt/notesMasters/notesMaster1.xml" Id="Rfe7225c0dce5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be3983926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7f71dc8f24155" /><Relationship Type="http://schemas.openxmlformats.org/officeDocument/2006/relationships/slideLayout" Target="/ppt/slideLayouts/slideLayout1.xml" Id="R2a3abb2b7c70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abb2b7c70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12a798d904fe1" /><Relationship Type="http://schemas.openxmlformats.org/officeDocument/2006/relationships/image" Target="/ppt/media/image.jpeg" Id="R3a5b4533c89644af" /><Relationship Type="http://schemas.openxmlformats.org/officeDocument/2006/relationships/notesSlide" Target="/ppt/notesSlides/notesSlide1.xml" Id="Rbf278c8743954d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a581ddc2b49bd" /><Relationship Type="http://schemas.openxmlformats.org/officeDocument/2006/relationships/notesSlide" Target="/ppt/notesSlides/notesSlide2.xml" Id="Rc9b665beeaf54f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1361b9ea4076" /><Relationship Type="http://schemas.openxmlformats.org/officeDocument/2006/relationships/notesSlide" Target="/ppt/notesSlides/notesSlide3.xml" Id="R04c14c5c71bb4f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461f70c449ee" /><Relationship Type="http://schemas.openxmlformats.org/officeDocument/2006/relationships/notesSlide" Target="/ppt/notesSlides/notesSlide4.xml" Id="R30ca12a58d3f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a6dbc98684a56" /><Relationship Type="http://schemas.openxmlformats.org/officeDocument/2006/relationships/notesSlide" Target="/ppt/notesSlides/notesSlide5.xml" Id="R655d7a630c2940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5eb4a695b4253" /><Relationship Type="http://schemas.openxmlformats.org/officeDocument/2006/relationships/notesSlide" Target="/ppt/notesSlides/notesSlide6.xml" Id="R851ecc01df684d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21b31cc484f9f" /><Relationship Type="http://schemas.openxmlformats.org/officeDocument/2006/relationships/notesSlide" Target="/ppt/notesSlides/notesSlide7.xml" Id="Re58fe69dde0243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52b560782432a" /><Relationship Type="http://schemas.openxmlformats.org/officeDocument/2006/relationships/notesSlide" Target="/ppt/notesSlides/notesSlide8.xml" Id="R49723b5ec532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BFFAD-07D5-43B3-AA89-6C2F379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D3479-9D7A-4646-A7F4-B1D5E2F1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57E3D-777E-431F-9115-94A8CB3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Sistemas numéricos y variables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9CC85-B252-4121-BF74-2196C82F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6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E5C76-88C6-47B8-AC81-1B839A0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33A20-108F-4C90-A1E8-3AF22DFA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Representar información para poder decidir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b4533c89644af"/>
          <a:srcRect xmlns:a="http://schemas.openxmlformats.org/drawingml/2006/main" l="14848" t="0" r="14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AA15A-5BA2-4BE5-AE32-19BF10E8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FFAE2-7D3E-41E1-A2A9-DBC3613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Haragayato · Wikimedia Commons · GFDL</a:t>
            </a:r>
          </a:p>
        </p:txBody>
      </p:sp>
    </p:spTree>
    <p:extLst>
      <p:ext uri="{BB962C8B-B14F-4D97-AF65-F5344CB8AC3E}">
        <p14:creationId xmlns:p14="http://schemas.microsoft.com/office/powerpoint/2010/main" val="1718897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9F624-50D6-49C7-9E22-6E15CDC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FB26-092D-4972-8D7F-99C2778D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12C7A-A8F8-401E-9709-3051E157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EB8C2-26C0-45FF-B32B-A25E668C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B38D-F7C5-4295-A035-CB0E93AA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etapa analógica mide y controla magnitudes continuas. Ahora necesitamos representarlas con códigos.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43DAF-FC6F-432C-8EE8-83182633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20B43-3FC6-4674-8896-A4896576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77413-B4EA-49B5-B3D7-CB67AA4D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49C96-505A-4B5A-B053-FEE7D27E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69BE2-E7B2-4F9D-8DE7-37CBE838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6F56E-6FA9-4AED-ADBC-D73F49A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E1DD4-E5A2-4BDC-82F8-B3AECC3A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DA7FE-3422-4609-BCE2-3CD9BCE4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4C832-7EE0-4693-8C62-4F97DCE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C632B-4470-4074-9B7C-EAD38BD2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8812F-C24D-480F-937F-CE0D276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F051A-9D74-4ECE-AEE9-9C46A8E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15B31-AA7B-4EC4-B315-079EBBA1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88D12-BCCB-45D3-BA76-B0D6EEA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F54EC-F870-430F-BB67-5F617660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0E432-25B8-412E-9064-D9DA9B4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0C358-EF67-46C3-A894-595FCB47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D2A68-7E2B-4A44-BB9E-04D0EDB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2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clase alterna explicación breve, resolución, discusión y una decisión aplicada al proyecto.</a:t>
            </a:r>
          </a:p>
        </p:txBody>
      </p:sp>
    </p:spTree>
    <p:extLst>
      <p:ext uri="{BB962C8B-B14F-4D97-AF65-F5344CB8AC3E}">
        <p14:creationId xmlns:p14="http://schemas.microsoft.com/office/powerpoint/2010/main" val="1991666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AF3FD-10FB-4505-AF6D-4119F218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9DB03-CF94-4EDA-A7F3-8C2D42E5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2C18B-405B-4ED1-B46B-EDA29B6C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FCB5-3922-41B7-B47F-3BD4C0FF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D22C1-CA98-4F74-82B5-5A786920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44C87-2175-4D01-AF74-E0715D02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5911-4BCD-40AA-87C5-1C4BE65F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9A4CD-CD31-4E1C-9BDB-E42288EF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AC1DA-783A-4390-B049-E1D58B9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Convertir entre decimal, binario, hexadecimal y BCD.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17CDF-89A6-411F-93FD-2CDCEB3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EA71E-93CA-4167-9180-41412F7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E7126-9CFD-4559-9F01-1F49EA4A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59BA4-07D6-4ABF-8A54-5727285D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05D7-5BC0-4F0E-B119-D1BBF018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Distinguir bit, nibble, byte y palabra.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C60B6-BC00-41A6-8664-A97382D2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56CC0-A737-4A3D-8AA9-AF52641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E1D86-7B3C-47C5-AD47-9D3DA006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37545-2DA5-4A15-B853-801B2D5E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D3DBD-4626-485E-8078-6836364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Definir entradas y salidas digitales del Preproyecto 2.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5E763-CE04-4C64-9A16-93C7BB7A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ejercicio aplicado + decisión documentada para el ABP.</a:t>
            </a:r>
          </a:p>
        </p:txBody>
      </p:sp>
    </p:spTree>
    <p:extLst>
      <p:ext uri="{BB962C8B-B14F-4D97-AF65-F5344CB8AC3E}">
        <p14:creationId xmlns:p14="http://schemas.microsoft.com/office/powerpoint/2010/main" val="1407800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BA939-227E-4EFA-8022-571B045C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8EB61-3BE6-44DD-8C08-4F07224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E9F99-0D88-41C1-8A94-919457E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9C06A-B82F-4F35-B515-82F682BA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209AB-18EB-445E-93B6-AC665353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19945-B0B5-4BD8-9D02-FA777BC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217CD-719B-49FA-B52F-912E668A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E8809-B97B-4B84-9FE8-E8D2C282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Binario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500F9-7299-4A6E-8E06-06ACBE4B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Cada posición tiene peso 2ⁿ y representa dos estados.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8C6CE-AB79-4655-A3F0-ED375C20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EB0C3-0982-401D-9DF5-10341D4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49C4C-9BCD-4F5E-A11A-AEE28928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BD9E7-6E74-4D27-B5DD-FDE0F08B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Hexadecimal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A4110-B1A4-4A4C-9B69-0530D606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Compacta grupos de cuatro bits y facilita lectura técnica.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73A1D-3CFE-44EA-B229-6E69E93F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3FD94-0846-4300-9BC4-F0FEE5E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6C112-5244-4F61-BB00-BFCBD016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43ACF-982C-47E4-ADE3-A29D85D6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BCD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06DDA-E001-4333-90A8-4200967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Codifica cada dígito decimal por separado para visualización.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AF7E2-4091-487F-ADE9-E586BC5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D5C1D-A85C-4C70-B9F3-817FED4B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6138D-B182-49C0-8AB6-EED967DF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5E849-FB8D-4117-8F07-2187066B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Variable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50B2F-73E5-43C5-9690-6D15FC6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Una condición física se convierte en un estado con umbral y significado.</a:t>
            </a:r>
          </a:p>
        </p:txBody>
      </p:sp>
    </p:spTree>
    <p:extLst>
      <p:ext uri="{BB962C8B-B14F-4D97-AF65-F5344CB8AC3E}">
        <p14:creationId xmlns:p14="http://schemas.microsoft.com/office/powerpoint/2010/main" val="956631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59B1C-C0EB-45F3-A0CB-0B4A91D7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69145-13CD-4F73-ACFF-6B4793FD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Conversión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6A99B-A7DF-451D-9191-D3342E8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F5C02-65DC-485C-A595-C8E396F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0194A-72FA-492F-9615-B8739D7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BF8CA-8919-4D97-99D1-1066F8C3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45₁₀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10955-0448-431C-93C3-A4038862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381A4-C9F6-4A37-BC22-E7D71378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44508-C393-46C3-BED9-5E369366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45 = 32 + 8 + 4 + 1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20527-7DED-494E-A4D2-08EB3795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45₁₀ = 101101₂ = 2D₁₆; BCD = 0100 0101.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1FB34-8D93-497F-BCF7-6B96164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634763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154B5-7238-4635-A33E-F371140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03952-0F66-4563-9456-95670D99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62A27-62B3-4973-91C1-59301977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376D5-B682-4378-A257-F73969BC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C0F62-4BF8-4714-B587-0D7A2E19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A00F9-854B-4CA9-ABA3-6027B475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B48B0-5B65-4FE2-BB09-109866A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3E44B-6B73-4582-AAC9-50BDB4BB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Resuelva conversiones por estaciones.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70DE5-C32D-4A11-9361-8269AF65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00B6A-4015-47C1-AC2F-572D427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B2A2B-9994-423E-8D92-1F4B2BD0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9F4F8-70F9-4311-8B06-776559D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Verifique el resultado con un método distinto.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58BC0-3F8C-423E-BF47-4B0438C7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078E6-65DD-483F-AFB8-2D144CA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003AA-F9FD-480E-8C44-CA26ED6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27956-AD1E-42B9-BBBB-A4271DCD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Asigne nombre, tipo y significado a las variables de su proyecto.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34D96-E196-490D-BEE9-35F90CBD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7F47B-2C42-452E-AC8A-23A5441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581979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3BA4F-256F-4C29-ACE9-08D088B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3B679-622F-4113-BF3F-853FD68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A0F81-CA0B-4360-8591-BF5A4F6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5B6B4-62F7-4F9A-B53B-5EA4041A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F5F0B-5326-4CF9-9ABF-B96B5473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FE11E-639D-4400-8A06-B40DD7A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Publicar Preproyecto 2 y definir qué condiciones serán entradas, qué decisiones serán salidas y cómo se codificarán.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BF964-0C34-4D43-9160-A5C373D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310E1-1F4C-453C-A033-23D41C5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3D085-B6F9-43CF-89A4-874B97C8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F5A18-A086-4678-B8CD-01EF4C5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FB0D2-D981-4540-8BA9-EE2D2615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8B991-B821-433F-A02C-05DCF275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4D06F-B113-4582-AD11-A4089781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ED95F-6211-4F6C-AF2D-C35B4A1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BCD4B-04AA-4312-BCA9-54EFDE97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538A2-8A63-4824-970F-1BC4FE29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7F46B-500C-4484-8C7C-90FA4F70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5372D-AD18-4195-B885-65B7878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764032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02AC1-B162-4E77-A130-D3841D0C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66275-E562-43E5-B427-4AED4BA5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10EFB-2440-45E3-9607-E65D5238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A257E-7BB6-4A2C-A077-108BBD1F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5A1B8-41BB-43B9-9994-62BE1C5B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Una solución digital empieza cuando una condición real recibe un código inequívoco que puede analizarse, visualizarse y comprobarse.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96097-0DDA-45BB-9D59-55894CF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724E8-ABC9-4125-84DB-6EE6FB92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ED97A-15A7-46C3-9EB0-0E2D659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D0838-6787-49EF-BE97-4BFE875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9398A-C86C-4481-AF57-83AC2A63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Aritmética binaria y Quiz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55B58-9B19-474E-B932-84F57DE1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686531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2026-07-22T15:31:49.0830000Z</dcterms:created>
  <dcterms:modified xsi:type="dcterms:W3CDTF">2026-07-22T15:31:49.0830000Z</dcterms:modified>
</coreProperties>
</file>