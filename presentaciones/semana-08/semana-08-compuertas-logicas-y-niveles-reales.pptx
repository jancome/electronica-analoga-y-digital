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fcf02ad29489d" /><Relationship Type="http://schemas.openxmlformats.org/officeDocument/2006/relationships/extended-properties" Target="/docProps/app.xml" Id="Rb602416828e44920" /><Relationship Type="http://schemas.openxmlformats.org/officeDocument/2006/relationships/officeDocument" Target="/ppt/presentation.xml" Id="Rbc08c230884641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aa04312e4746f6"/>
  </p:sldMasterIdLst>
  <p:notesMasterIdLst>
    <p:notesMasterId xmlns:r="http://schemas.openxmlformats.org/officeDocument/2006/relationships" r:id="R0d9c5d4cf58e4753"/>
  </p:notesMasterIdLst>
  <p:sldIdLst>
    <p:sldId xmlns:r="http://schemas.openxmlformats.org/officeDocument/2006/relationships" id="256" r:id="R12ae419e4ee24df6"/>
    <p:sldId xmlns:r="http://schemas.openxmlformats.org/officeDocument/2006/relationships" id="257" r:id="Ra0adc0e5efb04273"/>
    <p:sldId xmlns:r="http://schemas.openxmlformats.org/officeDocument/2006/relationships" id="258" r:id="R8ec5ec37a14e4a9c"/>
    <p:sldId xmlns:r="http://schemas.openxmlformats.org/officeDocument/2006/relationships" id="259" r:id="R36e64b9ec8e0426a"/>
    <p:sldId xmlns:r="http://schemas.openxmlformats.org/officeDocument/2006/relationships" id="260" r:id="R7b99b9c89ffe4f90"/>
    <p:sldId xmlns:r="http://schemas.openxmlformats.org/officeDocument/2006/relationships" id="261" r:id="Ra76694a06a134322"/>
    <p:sldId xmlns:r="http://schemas.openxmlformats.org/officeDocument/2006/relationships" id="262" r:id="R6d0df7cca81f47e4"/>
    <p:sldId xmlns:r="http://schemas.openxmlformats.org/officeDocument/2006/relationships" id="263" r:id="Rcf9bb4b74f8d4d18"/>
    <p:sldId xmlns:r="http://schemas.openxmlformats.org/officeDocument/2006/relationships" id="264" r:id="Rb791cd480e6645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66c13b17249f5" /><Relationship Type="http://schemas.openxmlformats.org/officeDocument/2006/relationships/slideMaster" Target="/ppt/slideMasters/slideMaster1.xml" Id="Redaa04312e4746f6" /><Relationship Type="http://schemas.openxmlformats.org/officeDocument/2006/relationships/notesMaster" Target="/ppt/notesMasters/notesMaster1.xml" Id="R0d9c5d4cf58e4753" /><Relationship Type="http://schemas.openxmlformats.org/officeDocument/2006/relationships/presProps" Target="/ppt/presProps.xml" Id="R6da6f2d294104602" /><Relationship Type="http://schemas.openxmlformats.org/officeDocument/2006/relationships/tableStyles" Target="/ppt/tableStyles.xml" Id="R3fc066c9234e45b3" /><Relationship Type="http://schemas.openxmlformats.org/officeDocument/2006/relationships/slide" Target="/ppt/slides/slide1.xml" Id="R12ae419e4ee24df6" /><Relationship Type="http://schemas.openxmlformats.org/officeDocument/2006/relationships/slide" Target="/ppt/slides/slide2.xml" Id="Ra0adc0e5efb04273" /><Relationship Type="http://schemas.openxmlformats.org/officeDocument/2006/relationships/slide" Target="/ppt/slides/slide3.xml" Id="R8ec5ec37a14e4a9c" /><Relationship Type="http://schemas.openxmlformats.org/officeDocument/2006/relationships/slide" Target="/ppt/slides/slide4.xml" Id="R36e64b9ec8e0426a" /><Relationship Type="http://schemas.openxmlformats.org/officeDocument/2006/relationships/slide" Target="/ppt/slides/slide5.xml" Id="R7b99b9c89ffe4f90" /><Relationship Type="http://schemas.openxmlformats.org/officeDocument/2006/relationships/slide" Target="/ppt/slides/slide6.xml" Id="Ra76694a06a134322" /><Relationship Type="http://schemas.openxmlformats.org/officeDocument/2006/relationships/slide" Target="/ppt/slides/slide7.xml" Id="R6d0df7cca81f47e4" /><Relationship Type="http://schemas.openxmlformats.org/officeDocument/2006/relationships/slide" Target="/ppt/slides/slide8.xml" Id="Rcf9bb4b74f8d4d18" /><Relationship Type="http://schemas.openxmlformats.org/officeDocument/2006/relationships/slide" Target="/ppt/slides/slide9.xml" Id="Rb791cd480e66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aa190e43544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25cf757a7483c" /><Relationship Type="http://schemas.openxmlformats.org/officeDocument/2006/relationships/notesMaster" Target="/ppt/notesMasters/notesMaster1.xml" Id="R12061e43f2a4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db16d72f64b42" /><Relationship Type="http://schemas.openxmlformats.org/officeDocument/2006/relationships/notesMaster" Target="/ppt/notesMasters/notesMaster1.xml" Id="R03288aa2a028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8fabf547404d34" /><Relationship Type="http://schemas.openxmlformats.org/officeDocument/2006/relationships/notesMaster" Target="/ppt/notesMasters/notesMaster1.xml" Id="R0017a3003b4a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fa34cfacb4bde" /><Relationship Type="http://schemas.openxmlformats.org/officeDocument/2006/relationships/notesMaster" Target="/ppt/notesMasters/notesMaster1.xml" Id="R45661112d4f0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f5cab07c154c49" /><Relationship Type="http://schemas.openxmlformats.org/officeDocument/2006/relationships/notesMaster" Target="/ppt/notesMasters/notesMaster1.xml" Id="Rb88783a473a5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58eeba4644062" /><Relationship Type="http://schemas.openxmlformats.org/officeDocument/2006/relationships/notesMaster" Target="/ppt/notesMasters/notesMaster1.xml" Id="R77ccf743b141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cfc4fcba804855" /><Relationship Type="http://schemas.openxmlformats.org/officeDocument/2006/relationships/notesMaster" Target="/ppt/notesMasters/notesMaster1.xml" Id="R141cbfaacb7e48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0f2e06464b4a3b" /><Relationship Type="http://schemas.openxmlformats.org/officeDocument/2006/relationships/notesMaster" Target="/ppt/notesMasters/notesMaster1.xml" Id="R96d4ffa0dcfc42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ac99a48d64428f" /><Relationship Type="http://schemas.openxmlformats.org/officeDocument/2006/relationships/notesMaster" Target="/ppt/notesMasters/notesMaster1.xml" Id="R949d534ff01d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85be41898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40d1f7af648aa" /><Relationship Type="http://schemas.openxmlformats.org/officeDocument/2006/relationships/slideLayout" Target="/ppt/slideLayouts/slideLayout1.xml" Id="Rac95c9fa70394c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95c9fa70394c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117231664722" /><Relationship Type="http://schemas.openxmlformats.org/officeDocument/2006/relationships/image" Target="/ppt/media/image.jpeg" Id="R2b75c3b774ab4d2d" /><Relationship Type="http://schemas.openxmlformats.org/officeDocument/2006/relationships/notesSlide" Target="/ppt/notesSlides/notesSlide1.xml" Id="R52b6274c9007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6eaa3ae964d1c" /><Relationship Type="http://schemas.openxmlformats.org/officeDocument/2006/relationships/notesSlide" Target="/ppt/notesSlides/notesSlide2.xml" Id="R7980caa30daa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12c9183684365" /><Relationship Type="http://schemas.openxmlformats.org/officeDocument/2006/relationships/notesSlide" Target="/ppt/notesSlides/notesSlide3.xml" Id="Rfb5dc753210c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0b011e8e0475e" /><Relationship Type="http://schemas.openxmlformats.org/officeDocument/2006/relationships/notesSlide" Target="/ppt/notesSlides/notesSlide4.xml" Id="R16fbe7b36f1a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33ad65d8041f7" /><Relationship Type="http://schemas.openxmlformats.org/officeDocument/2006/relationships/notesSlide" Target="/ppt/notesSlides/notesSlide5.xml" Id="R452f77514871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b28f86f64a27" /><Relationship Type="http://schemas.openxmlformats.org/officeDocument/2006/relationships/notesSlide" Target="/ppt/notesSlides/notesSlide6.xml" Id="Re8cc317d0e2d42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0fb1fa31c4d99" /><Relationship Type="http://schemas.openxmlformats.org/officeDocument/2006/relationships/notesSlide" Target="/ppt/notesSlides/notesSlide7.xml" Id="Re968eb843c9747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58eefb3694b97" /><Relationship Type="http://schemas.openxmlformats.org/officeDocument/2006/relationships/notesSlide" Target="/ppt/notesSlides/notesSlide8.xml" Id="R0fb2973bdc8e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2162820e24872" /><Relationship Type="http://schemas.openxmlformats.org/officeDocument/2006/relationships/notesSlide" Target="/ppt/notesSlides/notesSlide9.xml" Id="R46eab64dee5f4d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6C8AC-9A2E-4BB2-91A7-1CB1B550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8632C-E0D4-4DF2-9274-C05E523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3C344-4854-4FA1-9FAD-81362A2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Compuertas lógicas y niveles reales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D2CD5-954C-4662-80A6-83009E0E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8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326B-C0E0-4F49-83D4-4261F97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737F0-F881-4F44-BD1F-021792C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 0 y 1 abstractos al circuito físico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5c3b774ab4d2d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31BF5-6464-43AD-A3AF-E9D5C502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24B32-C234-4A33-9E64-E9B0666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971908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5681F-B719-49FF-B64C-A166127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41A3A-14BE-4CA3-A15F-94B3E138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BC4A3-EF17-4660-825F-D7541B2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9F2E5-A4F1-4AED-A5D6-17C14BF8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39CD-774E-4410-850D-DCDC1AD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Las variables y operaciones binarias necesitan dispositivos que implementen decisiones.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B3E20-103E-405B-8F87-5C83F54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16829-E674-47A3-AB09-E40229D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E37E9-0019-45BB-B663-67482FF2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84E76-288B-446F-8215-6398A5DA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3A979-2EF7-4CD3-B5F7-90907DF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5B071-349B-413E-9A31-B89B43C2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D7A4B-D5B3-4996-A21B-7666AFD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D12D0-5275-40D4-9E74-EF8630A0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A956E-0CB4-40A6-8A70-BCE7C7C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69E30-DE9A-467F-89F3-80BD409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4DDCD-A533-40D6-A4DD-6CBB7E88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E6BC9-52C3-424E-8CA8-9C96D06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F2217-2BE0-4763-AE77-5DE222C9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F357A-E5F7-46DB-8668-5A5D9B5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5CDE5-15DA-4C08-9E7C-B022BF22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D32F4-E9B9-48A8-94AE-6836E1B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74951-D73B-4876-9E02-57CDB26D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14117-D9A6-407C-B9E5-8C674FD1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01: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210233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09AFB-9F5E-488F-B634-A6282478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AF63F-1160-4FDB-A539-ECA522C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9D348-5669-482B-8788-61DE790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8F9C8-10CD-4F9D-93F6-4125929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C5859-9DC1-4F60-A8D8-23EB896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7775E-5688-4431-9086-D225DDE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2E89-3186-434F-8AE5-A51BEBA7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26214-0D32-4E62-8E26-5587DC8E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EFBCF-E66B-4F2A-A984-AB24151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Construir tablas de verdad de compuertas básicas y derivadas.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2DDD0-5483-4092-B0F4-A4C39218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CAB00-2670-4C39-8FC4-4A0A64E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2187E-2ACA-492B-A97B-1DD9E1F2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620CB-33F7-4533-B5A8-13CBC101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D7C4E-7214-45BA-8549-6C6467B4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Interpretar niveles TTL/CMOS y hojas de datos.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C9372-04CB-4FF4-9DDF-B65917F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353BB-7631-44CF-B07B-74E3265E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EBAC7-7591-4AA1-9B23-75A7AB8C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81F04-9A2A-43ED-AAC1-F0FB83C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8E9D7-770B-4F2B-99FD-6CA851D7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Implementar la primera decisión lógica del ABP.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80C4A-994B-423A-9095-B6366197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494300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66891-AE2C-4285-AEA4-6827E57F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F84BC-FE34-4589-B3AF-5A0B4EC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D7009-1D7D-40A8-9830-9ABD9511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09942-8818-4F0B-9413-8871A41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6178D-57B5-4849-9606-55B3AD61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ECF34-E01C-4D7E-A96B-C73B913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2507B-1CBE-462C-B0D3-F38C1092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6F46C-91D1-4224-9CFD-6253B6B1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AND / 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27EE2-4A76-4420-8D43-1515B4F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Combinan condiciones simultáneas o alternativas.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A9D2B-0766-4239-8542-0AB117A4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42B6A-0D67-4807-9E90-D6B900C9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42352-66A6-4F8E-8102-41A6127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15AA1-22CD-43DE-9E0D-43704B89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FB7C6-E77B-4D58-9045-1ED7FDF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Invierte el sentido lógico de una condición.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5AB96-E95A-45D3-A67B-402C12F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BC466-762F-44B1-BF7E-2DB581B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01F4A-E05D-42A8-B217-29B925DE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ED002-15B9-4C56-B25F-74B74DD5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NAND / NOR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B6DE-D67B-4892-AD6F-F1889BB4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Son universales: pueden implementar cualquier función booleana.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7637D-9163-4554-97A2-89BFFBA3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DA6E7-634D-4BE2-99AD-BEBD0D6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6E88C-9DBB-4480-8D7A-21674FB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C768E-B369-4072-80E8-E53C69F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Niveles reales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3C500-49FB-4D64-9850-64563D89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VIL, VIH, VOL y VOH definen márgenes, no voltajes ideales.</a:t>
            </a:r>
          </a:p>
        </p:txBody>
      </p:sp>
    </p:spTree>
    <p:extLst>
      <p:ext uri="{BB962C8B-B14F-4D97-AF65-F5344CB8AC3E}">
        <p14:creationId xmlns:p14="http://schemas.microsoft.com/office/powerpoint/2010/main" val="1354503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5DB8A-9A33-4003-9438-61A8025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0E081-5CA4-4B7E-9E7C-9F898A1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Alarma de riego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62472-C4AF-48F6-8B7C-BF36EAEB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0E87C-DA4D-4F84-8301-AD8AC1E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16142-98DF-43B2-88C0-245970E4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2B188-797C-4459-8CD4-4031F4D9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 = suelo seco · B = nivel suficiente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2E09A-DC23-4ADD-AB5E-EFD55390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80930-5C8B-4354-83B0-53D234B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247C5-E8FB-4969-BBBC-52C363A6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 = A ·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C0E7E-D2AC-4BD9-B7ED-E5C657D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La bomba solo se habilita si hay necesidad y disponibilidad de agua.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32236-4143-4750-9E35-8433F33F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561453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C8E53-F641-4262-B3FC-69C6A82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7B714-E6CC-4D03-B518-0F66420A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12FA4-8FA8-4DE4-91BD-370DCA5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CC85-A310-4E76-B872-A12D2E4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761E6-087A-4C61-BB12-58B07C2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0B065-CC1D-4635-B4C2-EBC11161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0ECBE-364C-4F6B-A294-58152B2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9F48-2C41-42A6-A551-295990C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Construya la tabla antes del montaje.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0F59D-6D8E-4A6F-B3C8-BC77AFC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F177F-51BD-4772-AC34-34EAB51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A0F53-5337-4FBB-B3D4-A7339BB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2AAE8-E81D-4136-B4E5-009A2D3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 entradas flotantes y márgenes de ruido.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68238-372A-4355-AF0C-0A5FB746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9430-F647-491C-B131-F89DEE0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4E520-EA0C-46A7-9BA7-21BF86B8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F7397-0429-482A-B069-2628016C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Cambie una condición y explique la nueva salida.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CB135-2F36-45AD-98DC-22BC5420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29905-3264-409B-9B75-82A141B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87062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9A171-CD32-4E43-AB14-8EC6D7C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5B6D8-C370-4AA2-B991-F3B561B1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01 · Compuertas lógicas y verificación de niveles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D6700-A7F6-466E-81FF-7106ECE8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2E2D-4EF3-454E-BB14-8B9FE758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F9A4B-BE2D-4E32-BD39-282F44F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A8320-594E-4D28-90EE-D200B87D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5A4CA-299D-4EBA-9393-CE22D1A2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CI 7400/7402/7404/7408/7432 · interruptores · LED · resistencias · fuente de 5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49179-54B4-43E7-8DF0-F26591C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09CBA-9C59-4FEE-9EBA-2B4AEDF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BA831-0E70-4134-81FB-5CFC550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No deje entradas flotantes. Verifique pinout, VCC y GND antes de energizar.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2D1F6-9637-45D4-9B1A-3292589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94F27-390C-4E3B-A92B-E1B1D45B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B5E88-53D8-40C9-A7D7-4EEE058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AF99C-1FFA-4809-9934-C89BEC56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6BC7E-5A38-4E42-846E-7E74AC3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343CE-B708-4728-992E-FC78B0A0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5F46D-2B7B-4683-8DB6-8A70DA3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129E2-29FD-4DB3-BDE5-5B66E675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9B82F-164E-477C-9617-7733C9B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FEAEC-1EB5-4E2B-BA8A-ED6F7CD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511280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B07A5-D5E8-4DA4-991E-BD429C0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83E56-498C-4ED1-9093-6AE6F035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6A631-EACE-407E-91AD-4E9C41FD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9785E-DDD3-4BDB-85BF-F9B6C66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FAA0F-691C-46F2-9792-4888904F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9BDD6-FAF2-4B08-A532-32B9DD1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Implementar y probar una primera regla de decisión asociada a la problemática del equipo.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03F4-FBC4-420C-B425-1881DC1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AF9CB-FAAF-41C8-BFCB-DAC0C36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0906E-628F-4892-8465-A45459B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B1E8F-CF56-478C-9F05-7484035D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73780-02A2-4C19-9972-DF6FF4F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223BF-0724-4F21-9E98-6647720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0881E-FC87-435E-95FB-65470B9C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8BBE2-6A45-43AC-B2C2-EA4E239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477BC-B504-47FE-8FB3-F8DF63B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4942D-C91F-49EB-9FEF-DEBC9FA6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8D8E1-CA0B-4EDF-87AE-8686991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3B6F7-E0FC-4A8B-9745-661951A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851085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15F46-1D12-4C0A-A160-D49526E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23C8C-0059-4015-86D4-2FBF4CD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AC70-39CF-4D39-A630-6BE416B3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0922-3D24-4259-80C8-89418EC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B1DEC-2651-4C1D-A6E8-3FD41B8A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La tabla de verdad expresa la decisión; el circuito demuestra si esa decisión se sostiene con niveles eléctricos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59320-8C12-416B-9BCB-4C33C04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FB539-C1C4-487E-BA47-A39C78F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8FD2C-C994-4C03-9D9D-CBDF6C9F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DCD25-47F0-4843-87EF-82EE134F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45446-944E-4A81-9C6C-98B92FC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Álgebra de Boole, De Morgan y Karnaugh.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EF724-EB41-4F95-8E8C-FB29EFCB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72019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2026-07-22T15:31:49.5780000Z</dcterms:created>
  <dcterms:modified xsi:type="dcterms:W3CDTF">2026-07-22T15:31:49.5780000Z</dcterms:modified>
</coreProperties>
</file>