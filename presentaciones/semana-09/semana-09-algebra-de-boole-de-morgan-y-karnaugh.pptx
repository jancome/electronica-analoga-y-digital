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9fe6e48394d2f" /><Relationship Type="http://schemas.openxmlformats.org/officeDocument/2006/relationships/extended-properties" Target="/docProps/app.xml" Id="R236843e11a744c67" /><Relationship Type="http://schemas.openxmlformats.org/officeDocument/2006/relationships/officeDocument" Target="/ppt/presentation.xml" Id="R9c9b93e2de06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12375d227f4a57"/>
  </p:sldMasterIdLst>
  <p:notesMasterIdLst>
    <p:notesMasterId xmlns:r="http://schemas.openxmlformats.org/officeDocument/2006/relationships" r:id="R2fa4f7cd4cb64e58"/>
  </p:notesMasterIdLst>
  <p:sldIdLst>
    <p:sldId xmlns:r="http://schemas.openxmlformats.org/officeDocument/2006/relationships" id="256" r:id="Rb1e0329a9e5240f3"/>
    <p:sldId xmlns:r="http://schemas.openxmlformats.org/officeDocument/2006/relationships" id="257" r:id="R749eec54434e4d62"/>
    <p:sldId xmlns:r="http://schemas.openxmlformats.org/officeDocument/2006/relationships" id="258" r:id="Rd85a14455c0d4aa2"/>
    <p:sldId xmlns:r="http://schemas.openxmlformats.org/officeDocument/2006/relationships" id="259" r:id="R900f4be3b44a4e0d"/>
    <p:sldId xmlns:r="http://schemas.openxmlformats.org/officeDocument/2006/relationships" id="260" r:id="Rd17c7bc2b9274f96"/>
    <p:sldId xmlns:r="http://schemas.openxmlformats.org/officeDocument/2006/relationships" id="261" r:id="R60e551ab8192405c"/>
    <p:sldId xmlns:r="http://schemas.openxmlformats.org/officeDocument/2006/relationships" id="262" r:id="Ra4f61c4f5f234e3e"/>
    <p:sldId xmlns:r="http://schemas.openxmlformats.org/officeDocument/2006/relationships" id="263" r:id="R59fb941ff7e949e3"/>
    <p:sldId xmlns:r="http://schemas.openxmlformats.org/officeDocument/2006/relationships" id="264" r:id="R0391d00a4ffd4b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d0bf71b174600" /><Relationship Type="http://schemas.openxmlformats.org/officeDocument/2006/relationships/slideMaster" Target="/ppt/slideMasters/slideMaster1.xml" Id="R5512375d227f4a57" /><Relationship Type="http://schemas.openxmlformats.org/officeDocument/2006/relationships/notesMaster" Target="/ppt/notesMasters/notesMaster1.xml" Id="R2fa4f7cd4cb64e58" /><Relationship Type="http://schemas.openxmlformats.org/officeDocument/2006/relationships/presProps" Target="/ppt/presProps.xml" Id="R962e0afb77b04989" /><Relationship Type="http://schemas.openxmlformats.org/officeDocument/2006/relationships/tableStyles" Target="/ppt/tableStyles.xml" Id="R63bb232fd5b042ab" /><Relationship Type="http://schemas.openxmlformats.org/officeDocument/2006/relationships/slide" Target="/ppt/slides/slide1.xml" Id="Rb1e0329a9e5240f3" /><Relationship Type="http://schemas.openxmlformats.org/officeDocument/2006/relationships/slide" Target="/ppt/slides/slide2.xml" Id="R749eec54434e4d62" /><Relationship Type="http://schemas.openxmlformats.org/officeDocument/2006/relationships/slide" Target="/ppt/slides/slide3.xml" Id="Rd85a14455c0d4aa2" /><Relationship Type="http://schemas.openxmlformats.org/officeDocument/2006/relationships/slide" Target="/ppt/slides/slide4.xml" Id="R900f4be3b44a4e0d" /><Relationship Type="http://schemas.openxmlformats.org/officeDocument/2006/relationships/slide" Target="/ppt/slides/slide5.xml" Id="Rd17c7bc2b9274f96" /><Relationship Type="http://schemas.openxmlformats.org/officeDocument/2006/relationships/slide" Target="/ppt/slides/slide6.xml" Id="R60e551ab8192405c" /><Relationship Type="http://schemas.openxmlformats.org/officeDocument/2006/relationships/slide" Target="/ppt/slides/slide7.xml" Id="Ra4f61c4f5f234e3e" /><Relationship Type="http://schemas.openxmlformats.org/officeDocument/2006/relationships/slide" Target="/ppt/slides/slide8.xml" Id="R59fb941ff7e949e3" /><Relationship Type="http://schemas.openxmlformats.org/officeDocument/2006/relationships/slide" Target="/ppt/slides/slide9.xml" Id="R0391d00a4ffd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7738766dd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9e3ff518584c29" /><Relationship Type="http://schemas.openxmlformats.org/officeDocument/2006/relationships/notesMaster" Target="/ppt/notesMasters/notesMaster1.xml" Id="R470e08bc293246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ce4916cd84628" /><Relationship Type="http://schemas.openxmlformats.org/officeDocument/2006/relationships/notesMaster" Target="/ppt/notesMasters/notesMaster1.xml" Id="R13aad2c1832c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a40e067cf4d28" /><Relationship Type="http://schemas.openxmlformats.org/officeDocument/2006/relationships/notesMaster" Target="/ppt/notesMasters/notesMaster1.xml" Id="Rf28ba4886cdb45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8d52e08a92439c" /><Relationship Type="http://schemas.openxmlformats.org/officeDocument/2006/relationships/notesMaster" Target="/ppt/notesMasters/notesMaster1.xml" Id="Rf851dd32b12e40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b7aa91093421b" /><Relationship Type="http://schemas.openxmlformats.org/officeDocument/2006/relationships/notesMaster" Target="/ppt/notesMasters/notesMaster1.xml" Id="R79dfc92ab2bd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818752f56f4ae2" /><Relationship Type="http://schemas.openxmlformats.org/officeDocument/2006/relationships/notesMaster" Target="/ppt/notesMasters/notesMaster1.xml" Id="Rb8e1f23e349445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e232f0e8084539" /><Relationship Type="http://schemas.openxmlformats.org/officeDocument/2006/relationships/notesMaster" Target="/ppt/notesMasters/notesMaster1.xml" Id="Ra6279704291e48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32c88335514974" /><Relationship Type="http://schemas.openxmlformats.org/officeDocument/2006/relationships/notesMaster" Target="/ppt/notesMasters/notesMaster1.xml" Id="Rc0993464953a4a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df5aa6d3294b55" /><Relationship Type="http://schemas.openxmlformats.org/officeDocument/2006/relationships/notesMaster" Target="/ppt/notesMasters/notesMaster1.xml" Id="R20b8f5492a264d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ebc9c93ef40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b0ed67279c4817" /><Relationship Type="http://schemas.openxmlformats.org/officeDocument/2006/relationships/slideLayout" Target="/ppt/slideLayouts/slideLayout1.xml" Id="R1a71a92944b3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71a92944b3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441fadbed4dd7" /><Relationship Type="http://schemas.openxmlformats.org/officeDocument/2006/relationships/image" Target="/ppt/media/image.jpeg" Id="Rf610a1791cb54e67" /><Relationship Type="http://schemas.openxmlformats.org/officeDocument/2006/relationships/notesSlide" Target="/ppt/notesSlides/notesSlide1.xml" Id="R7ff78924035a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5d64fd67d4158" /><Relationship Type="http://schemas.openxmlformats.org/officeDocument/2006/relationships/notesSlide" Target="/ppt/notesSlides/notesSlide2.xml" Id="R88f119fa74ed44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8d678d3a94003" /><Relationship Type="http://schemas.openxmlformats.org/officeDocument/2006/relationships/notesSlide" Target="/ppt/notesSlides/notesSlide3.xml" Id="R639c112c70e241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82b8bfe214d13" /><Relationship Type="http://schemas.openxmlformats.org/officeDocument/2006/relationships/notesSlide" Target="/ppt/notesSlides/notesSlide4.xml" Id="R5fb35838b0e040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07f920df8414c" /><Relationship Type="http://schemas.openxmlformats.org/officeDocument/2006/relationships/notesSlide" Target="/ppt/notesSlides/notesSlide5.xml" Id="R0c6665fcc1f144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120e09ee44ab8" /><Relationship Type="http://schemas.openxmlformats.org/officeDocument/2006/relationships/notesSlide" Target="/ppt/notesSlides/notesSlide6.xml" Id="Red7260e7086146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0775320f349d4" /><Relationship Type="http://schemas.openxmlformats.org/officeDocument/2006/relationships/notesSlide" Target="/ppt/notesSlides/notesSlide7.xml" Id="R70732d848953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f708fcf48495e" /><Relationship Type="http://schemas.openxmlformats.org/officeDocument/2006/relationships/notesSlide" Target="/ppt/notesSlides/notesSlide8.xml" Id="R6ffdc71f55aa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6600e553840e8" /><Relationship Type="http://schemas.openxmlformats.org/officeDocument/2006/relationships/notesSlide" Target="/ppt/notesSlides/notesSlide9.xml" Id="Rf80b731f9917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E642B-6725-453A-B3C6-73AEA1C5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58567-1D7C-4841-8127-728891A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7CEB1-A862-4ABC-B710-BB91FB2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Álgebra de Boole, De Morgan y Karnaugh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BE0C8-57C7-4789-84BB-62B71BB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9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9AF73-6C71-430E-86E0-EC620680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BD8B2-8DD8-4B79-9B0F-B82D3DAC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Simplificar sin cambiar el comportamiento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0a1791cb54e67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31D79-979E-4D98-83B7-EDA175B2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AF7AD-4085-4A95-8A47-B083A7D3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498825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93769-2F6A-4D2D-9221-72345EB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6F789-CC82-4E2B-96D7-3F89C94C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EA2C5-1478-422E-AA2B-F40DBA4A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6C3D1-1A35-47ED-A83B-F7CB6524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0CF6A-E703-4C2E-8B24-EC74E5A0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Una función lógica puede funcionar y aun así usar más compuertas de las necesarias.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4960-B876-4109-88B4-FC669BF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6D8B7-83E5-4A35-88F7-4940602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66AB3-7E67-4153-9465-A8F13A12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EC1A6-598F-4C77-8F01-7905CD3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94982-4901-438F-B5FB-5B5FA52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1CAD6-4D82-471A-8B66-E977D095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2C572-EE3B-4304-8ECD-424DD34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D4843-FF60-4176-9F98-169FAD7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9D07F-63D6-43AC-AD77-83E1A08D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57022-DF6E-4D3E-89C3-7C5C9B0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C7AAA-8A13-4421-94B0-FBD5FE00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B1104-AFC4-4962-B2EA-1900BDB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Experimentar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2ACC2-35E8-4C66-9323-43104877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30FBF-D612-42F1-9696-2EA302B5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E94BF-D9C6-46FF-9BDC-65A2A1BD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3878F-8CD4-402B-AFCA-E957F5BB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CBBAF-A44B-4631-98BA-212DFE6C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5C94B-91A4-4D64-8D37-EF7BF0AC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Hoy hay Laboratorios 02 y 03: teoría breve, predicción, montaje, medición y análisis.</a:t>
            </a:r>
          </a:p>
        </p:txBody>
      </p:sp>
    </p:spTree>
    <p:extLst>
      <p:ext uri="{BB962C8B-B14F-4D97-AF65-F5344CB8AC3E}">
        <p14:creationId xmlns:p14="http://schemas.microsoft.com/office/powerpoint/2010/main" val="1411928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C52CA-D385-4902-9680-7226217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4EFF8-7AAE-43F6-AB22-F755B3CF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AA11C-8D58-4AE6-974E-74303473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96F38-B577-4EDB-B44B-520B78EA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31777-8920-4DE7-BD80-3260FE3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61D80-7F42-483D-B403-F738BC2B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00365-9B85-4ED9-92F4-6758B90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545AC-79D2-411A-B9B7-E3596B55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C4ADC-5511-464B-BDD3-8D4EA13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Aplicar leyes booleanas y teoremas de De Morgan.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D80DB-8F28-426A-B83E-53B82786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7183B-C946-49B4-B55C-E91E5748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D420D-DC2D-4E5D-A9D8-DFEB814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7C617-ECF5-4730-8959-063B6D82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D20F6-5CB8-44DA-A493-BF6A786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Simplificar funciones de hasta cuatro variables con Karnaugh.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86541-31F2-4CEF-8336-75F8F00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04219-93FE-4E77-900E-FC54BEDA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2C827-83B1-42B4-A4AA-845BACE1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DDCB7-6820-40A3-AE81-91117DF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37ECB-2781-4B00-8A3E-0A569B62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Reducir el circuito del Preproyecto 2 y justificar equivalencia.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4B759-DBE3-4272-93F3-0DADA8A7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preinforme/trabajo en clase + mediciones + informe + aporte individual.</a:t>
            </a:r>
          </a:p>
        </p:txBody>
      </p:sp>
    </p:spTree>
    <p:extLst>
      <p:ext uri="{BB962C8B-B14F-4D97-AF65-F5344CB8AC3E}">
        <p14:creationId xmlns:p14="http://schemas.microsoft.com/office/powerpoint/2010/main" val="84753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90DA1-5A50-4F5C-AA0E-873B091A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44D39-0733-4883-9AC5-CD10113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60594-6BEF-4987-9979-67BAAE18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4A360-73EE-4C3F-861A-76C6416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D1808-1E87-4BF7-8C9F-6FB0276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EC667-DE7C-40D3-BAF4-0E126004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C96F2-05E7-481E-969E-6F3B5371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FA338-9C15-4821-A23F-9DF54C97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Identidades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78711-2019-43C9-9317-2FFEFA3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Absorción, idempotencia y complemento eliminan términos redundantes.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D755B-58B3-4707-A36F-7A17AE6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A577B-6A09-41D4-A808-E08D22CD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B7136-3483-4036-9940-3535FFE6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23395-59DC-4BB1-BB1B-A802173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 Morgan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6BE34-1705-4B41-9FC6-52A8EB2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Una negación sobre suma o producto cambia operador e invierte variables.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FD7FA-CF23-4454-88E1-E8C42C0E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F16C4-D87F-42CF-A26A-418F59C7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7BC0C-AA77-43B4-8F19-5387ACB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43812-E509-43C3-9961-5D43ABF0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Minterminos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C84FF-0EA3-4A91-9764-8614C82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Cada fila con salida 1 puede expresarse como producto canónico.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1B413-C499-4BDC-8063-90FD861E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B5D38-A483-4221-8B90-EE0CEAAB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1C6BD-B297-4684-93B5-218EB2F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5C14C-60CC-4E72-B3CD-AF0EF65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Karnaugh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25E1-B940-47DC-B49F-98218CF7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Agrupar 1, 2, 4 u 8 celdas adyacentes elimina variables.</a:t>
            </a:r>
          </a:p>
        </p:txBody>
      </p:sp>
    </p:spTree>
    <p:extLst>
      <p:ext uri="{BB962C8B-B14F-4D97-AF65-F5344CB8AC3E}">
        <p14:creationId xmlns:p14="http://schemas.microsoft.com/office/powerpoint/2010/main" val="891659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550AF-BC13-40A6-B36D-083A6748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8696-A285-4701-95B4-DAB343C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Simplificación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71241-17B7-4C52-BF9D-DC9964A9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C0D58-9AEC-4F10-8548-E10BABA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7A20E-E894-4DC4-AEAA-22F953C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6CA67-3A16-45E0-BB4D-FC6477A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F = A·B + A·B̅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281B8-CD0E-45CC-9160-A895079F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253AF-6D0C-418E-B6DF-B812D808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C5E6-AAD8-4A3E-9D59-C324614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 = A(B + B̅)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91BE7-7702-4DA3-8555-7D97C13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F = A; la salida no depende de 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08BC6-017E-4F48-A40C-93618BF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881491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397E9-4C8B-43D1-BE4C-EB9A8BD8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50FA7-A994-4E43-98B4-A994B12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55DE6-DA19-45C3-A825-1DD11B8B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4099-B394-4A80-9A2F-A509FC89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3A261-CEA3-4E94-B94A-57F4DEF9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B2B8F-9896-45E2-ACF5-ED34369A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F6C1E-2B26-4A56-819A-EA504EEC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17883-86F9-4120-8031-5C81F078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Resuelva una función por álgebra y por mapa.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1BF9D-40C2-4213-BD98-3579F6A2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E29CA-D289-47EC-BE0D-B890201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73BA5-FDB2-4B40-9CED-680FACC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84FEB-6954-4B23-8F9E-51C37B18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Intercambie resultados y pruebe equivalencia con tabla de verdad.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528B5-F9D3-4341-8FA5-292F570C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5A4FB-1F24-4E15-BCA1-26BA0DEF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8F8EE-A6D0-4E94-AB5B-41B41BD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15B96-A71D-4DE0-9BAE-11891E1A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Cuente compuertas antes y después de simplificar.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67CB3-62B7-401E-BB2B-D0ED4FB7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E69CB-662B-48E6-9E63-3B9D5C5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792933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AA1EC-0543-483D-9B80-AD9FD74B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PRÁCTICA DE LABORATORIO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A5EB8-4DD4-4266-A8F3-3E845912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Laboratorios 02 y 03 · Leyes booleanas, De Morgan y circuitos equivalentes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8BB8E-5304-4539-97E1-FBFE480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E5A9A-F897-4E10-A198-9A9AEA6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3DD42-E595-48F9-8222-78578C7C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953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C5E04-5FF7-41B6-90A2-7053FB5E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Materiales clave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637CF-D5C6-42CE-B595-5E4EAC19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Compuertas NAND/NOR/NOT · interruptores · LED · simulador y protoboard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C2A71-AC91-4F65-BE1E-AF78C93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55626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9525">
            <a:solidFill>
              <a:srgbClr val="F6A5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1E0C3-4FFD-49CA-BDBB-C521B9FB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Seguridad y punto de cuidado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20C6F-2820-447D-8436-F1113EFF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Etiquete variables y no modifique conexiones con el circuito energizado.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D985C-2F21-4086-8816-0C68E9E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4CBB5-1CDE-4D0A-9CE3-BC5FDAA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64A8C-D00C-419B-9E8C-9448F025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Preinforme y trabajo en clase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19BC5-1918-4663-B1CC-F5D30D12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88C73-0F55-4A11-B949-D75F432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EAFD2-0B3F-4617-A745-F0A9644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Informe completo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0F8CB-F948-4721-B5AF-4E004EF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32385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CBA8E-CC1F-4131-9279-3D712D31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1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567B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567B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0592D-72EC-4F8A-8AEA-E2F24061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86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Aporte y sustentación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F2F3A-2DFC-4CAD-9D78-D1962EB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Equipos de 3 · roles rotativos · cada integrante registra qué hizo y qué decisión tomó.</a:t>
            </a:r>
          </a:p>
        </p:txBody>
      </p:sp>
    </p:spTree>
    <p:extLst>
      <p:ext uri="{BB962C8B-B14F-4D97-AF65-F5344CB8AC3E}">
        <p14:creationId xmlns:p14="http://schemas.microsoft.com/office/powerpoint/2010/main" val="1838479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0E3F9-9595-4E01-84F1-9EB51416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C50DA-B8C3-4497-93BD-C20D03C0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7A8B1-1D5C-469E-880D-886E79A9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E8131-0931-4C1C-BEF5-E2273528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F03A7-3A4B-4AAD-8549-ED051684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A7F24-E48F-4637-96D3-84F7248F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Entregar Preproyecto 2 con tabla, función original, simplificación, circuito y evidencia de mejora.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8BC73-3258-47AD-9376-4AD2A08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CE31B-1266-46A2-8435-865CF763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002FF-C141-47D4-A985-0CD1E199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88549-E0AC-40F1-B8CB-20C027C2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C489D-05D4-4507-AB90-54602E9F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F2F3D-2EDE-4E87-8716-CC2B284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5CCC2-F8D0-4408-94DB-4D7E31E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F6520-29DA-4462-A114-0B1CAEEC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210C4-A879-40B1-8AB9-EB11A53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BC44C-C85F-458F-A702-DAA6C277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71431-CF59-459C-8C3F-B7FF7542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CFE47-E23A-44B6-86BE-06F2A566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442004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1F43E-6F36-4066-918E-DB1CBC4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6C9F9-856F-4943-B5C5-461E3000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18BF-6D6D-47E9-896D-81ADF445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6771F-2A6C-4F3B-BDD6-4ABB8400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6FDA9-7A43-4F7D-84F8-6B029555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Simplificar significa conservar la decisión usando menos recursos, menos conexiones y menos oportunidades de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A6808-985E-4347-945F-92DC41DD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98CEA-9D57-4EAB-AF8F-EE09FBC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22BD0-C758-4E19-B5D6-E0BEFBEC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9098A-C879-4B29-9BE7-79ED2DD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7E009-3535-4E30-9E0F-6BFB7156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Receso institucional y preparación autónoma.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7B5CA-7CD4-4046-82DD-5BED157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1284862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2026-07-22T15:31:49.8920000Z</dcterms:created>
  <dcterms:modified xsi:type="dcterms:W3CDTF">2026-07-22T15:31:49.8920000Z</dcterms:modified>
</coreProperties>
</file>