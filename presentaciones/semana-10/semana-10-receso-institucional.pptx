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212b1706474116" /><Relationship Type="http://schemas.openxmlformats.org/officeDocument/2006/relationships/extended-properties" Target="/docProps/app.xml" Id="R17fd8d4b72a74023" /><Relationship Type="http://schemas.openxmlformats.org/officeDocument/2006/relationships/officeDocument" Target="/ppt/presentation.xml" Id="R2f739525b7cd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027d0ef726449c"/>
  </p:sldMasterIdLst>
  <p:notesMasterIdLst>
    <p:notesMasterId xmlns:r="http://schemas.openxmlformats.org/officeDocument/2006/relationships" r:id="R8b7544d90bf5450d"/>
  </p:notesMasterIdLst>
  <p:sldIdLst>
    <p:sldId xmlns:r="http://schemas.openxmlformats.org/officeDocument/2006/relationships" id="256" r:id="R5ee569295c7b46f4"/>
    <p:sldId xmlns:r="http://schemas.openxmlformats.org/officeDocument/2006/relationships" id="257" r:id="Ra622ba8e7f80421d"/>
    <p:sldId xmlns:r="http://schemas.openxmlformats.org/officeDocument/2006/relationships" id="258" r:id="R690a747df6b04073"/>
    <p:sldId xmlns:r="http://schemas.openxmlformats.org/officeDocument/2006/relationships" id="259" r:id="Rfff7aa886e1d4ab2"/>
    <p:sldId xmlns:r="http://schemas.openxmlformats.org/officeDocument/2006/relationships" id="260" r:id="R17e48ca5008e4621"/>
    <p:sldId xmlns:r="http://schemas.openxmlformats.org/officeDocument/2006/relationships" id="261" r:id="R21fad4f54d944deb"/>
    <p:sldId xmlns:r="http://schemas.openxmlformats.org/officeDocument/2006/relationships" id="262" r:id="Rf1173a375d364f99"/>
    <p:sldId xmlns:r="http://schemas.openxmlformats.org/officeDocument/2006/relationships" id="263" r:id="R0595fb82ca984d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bd3201c8cc4a05" /><Relationship Type="http://schemas.openxmlformats.org/officeDocument/2006/relationships/slideMaster" Target="/ppt/slideMasters/slideMaster1.xml" Id="Re4027d0ef726449c" /><Relationship Type="http://schemas.openxmlformats.org/officeDocument/2006/relationships/notesMaster" Target="/ppt/notesMasters/notesMaster1.xml" Id="R8b7544d90bf5450d" /><Relationship Type="http://schemas.openxmlformats.org/officeDocument/2006/relationships/presProps" Target="/ppt/presProps.xml" Id="R9aae1223400d4e99" /><Relationship Type="http://schemas.openxmlformats.org/officeDocument/2006/relationships/tableStyles" Target="/ppt/tableStyles.xml" Id="R4556daabcc194ef0" /><Relationship Type="http://schemas.openxmlformats.org/officeDocument/2006/relationships/slide" Target="/ppt/slides/slide1.xml" Id="R5ee569295c7b46f4" /><Relationship Type="http://schemas.openxmlformats.org/officeDocument/2006/relationships/slide" Target="/ppt/slides/slide2.xml" Id="Ra622ba8e7f80421d" /><Relationship Type="http://schemas.openxmlformats.org/officeDocument/2006/relationships/slide" Target="/ppt/slides/slide3.xml" Id="R690a747df6b04073" /><Relationship Type="http://schemas.openxmlformats.org/officeDocument/2006/relationships/slide" Target="/ppt/slides/slide4.xml" Id="Rfff7aa886e1d4ab2" /><Relationship Type="http://schemas.openxmlformats.org/officeDocument/2006/relationships/slide" Target="/ppt/slides/slide5.xml" Id="R17e48ca5008e4621" /><Relationship Type="http://schemas.openxmlformats.org/officeDocument/2006/relationships/slide" Target="/ppt/slides/slide6.xml" Id="R21fad4f54d944deb" /><Relationship Type="http://schemas.openxmlformats.org/officeDocument/2006/relationships/slide" Target="/ppt/slides/slide7.xml" Id="Rf1173a375d364f99" /><Relationship Type="http://schemas.openxmlformats.org/officeDocument/2006/relationships/slide" Target="/ppt/slides/slide8.xml" Id="R0595fb82ca98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38b0d4079c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e445ea1184423d" /><Relationship Type="http://schemas.openxmlformats.org/officeDocument/2006/relationships/notesMaster" Target="/ppt/notesMasters/notesMaster1.xml" Id="R469679fe1cc3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384c696b424a42" /><Relationship Type="http://schemas.openxmlformats.org/officeDocument/2006/relationships/notesMaster" Target="/ppt/notesMasters/notesMaster1.xml" Id="R9cff081f323a4b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6ff961ff440dd" /><Relationship Type="http://schemas.openxmlformats.org/officeDocument/2006/relationships/notesMaster" Target="/ppt/notesMasters/notesMaster1.xml" Id="R0af6125db6e245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3aaa5e6874478" /><Relationship Type="http://schemas.openxmlformats.org/officeDocument/2006/relationships/notesMaster" Target="/ppt/notesMasters/notesMaster1.xml" Id="R7739e675febc48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8c84d3b9054a3e" /><Relationship Type="http://schemas.openxmlformats.org/officeDocument/2006/relationships/notesMaster" Target="/ppt/notesMasters/notesMaster1.xml" Id="R45a7f872c1fc44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fba98110d4270" /><Relationship Type="http://schemas.openxmlformats.org/officeDocument/2006/relationships/notesMaster" Target="/ppt/notesMasters/notesMaster1.xml" Id="Rc63c3adf42414a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08eedafc294380" /><Relationship Type="http://schemas.openxmlformats.org/officeDocument/2006/relationships/notesMaster" Target="/ppt/notesMasters/notesMaster1.xml" Id="Reae4987bbf3244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af35e3f1e44a8c" /><Relationship Type="http://schemas.openxmlformats.org/officeDocument/2006/relationships/notesMaster" Target="/ppt/notesMasters/notesMaster1.xml" Id="R802dee0be9d6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722da36b14b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a4808be0e49b7" /><Relationship Type="http://schemas.openxmlformats.org/officeDocument/2006/relationships/slideLayout" Target="/ppt/slideLayouts/slideLayout1.xml" Id="R50c6b62ae6fe4c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6b62ae6fe4c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feb028cc54958" /><Relationship Type="http://schemas.openxmlformats.org/officeDocument/2006/relationships/image" Target="/ppt/media/image.jpeg" Id="Rd97d6301a7ba447e" /><Relationship Type="http://schemas.openxmlformats.org/officeDocument/2006/relationships/notesSlide" Target="/ppt/notesSlides/notesSlide1.xml" Id="R8ceb4dc80fb348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dbd8abb534471" /><Relationship Type="http://schemas.openxmlformats.org/officeDocument/2006/relationships/notesSlide" Target="/ppt/notesSlides/notesSlide2.xml" Id="R49b01cb8632e4b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455cbfde84d46" /><Relationship Type="http://schemas.openxmlformats.org/officeDocument/2006/relationships/notesSlide" Target="/ppt/notesSlides/notesSlide3.xml" Id="R0ff3446a629641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072cbfeda4c29" /><Relationship Type="http://schemas.openxmlformats.org/officeDocument/2006/relationships/notesSlide" Target="/ppt/notesSlides/notesSlide4.xml" Id="R2305fc3a159646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3c24672ec4387" /><Relationship Type="http://schemas.openxmlformats.org/officeDocument/2006/relationships/notesSlide" Target="/ppt/notesSlides/notesSlide5.xml" Id="Read2fb94083543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2d103962844a0" /><Relationship Type="http://schemas.openxmlformats.org/officeDocument/2006/relationships/notesSlide" Target="/ppt/notesSlides/notesSlide6.xml" Id="Re0172b9e5d72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98996a6f14ab5" /><Relationship Type="http://schemas.openxmlformats.org/officeDocument/2006/relationships/notesSlide" Target="/ppt/notesSlides/notesSlide7.xml" Id="R0b4ddf8e93de42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9def361564841" /><Relationship Type="http://schemas.openxmlformats.org/officeDocument/2006/relationships/notesSlide" Target="/ppt/notesSlides/notesSlide8.xml" Id="Rc03aa4909e7042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50E12-D800-42BD-945C-90D5A69F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1C04C-D383-4ADD-8D76-047F185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60B03-E939-4A06-B13A-B5302A9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Receso institucional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E90AE-86D1-4BE9-8A97-1E25C43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10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A4F42-EC3F-4B5B-BBE7-284100B6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5D021-959A-4D31-BBF6-C4C2C948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Pausa académica sin contenido nuevo ni entrega nueva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d6301a7ba447e"/>
          <a:srcRect xmlns:a="http://schemas.openxmlformats.org/drawingml/2006/main" l="14848" t="0" r="14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CEE2F-2792-4A8E-ABC3-37AAE885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781B8-8D58-4C35-9502-928D041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Haragayato · Wikimedia Commons · GFDL</a:t>
            </a:r>
          </a:p>
        </p:txBody>
      </p:sp>
    </p:spTree>
    <p:extLst>
      <p:ext uri="{BB962C8B-B14F-4D97-AF65-F5344CB8AC3E}">
        <p14:creationId xmlns:p14="http://schemas.microsoft.com/office/powerpoint/2010/main" val="116667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9092B-3B19-4784-B012-50EFDB8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FBA06-6863-45F4-B57C-ACAD28CC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74B4E-9B99-4854-982C-36C25DE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7A2F3-AB13-4035-8393-E543D32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D89E2-6031-4253-9B18-986205B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Preproyecto 2 ya fue entregado; la siguiente clase será de integración y Parcial 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411AB-DD9E-4143-BC81-C1ADABD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B66C-9F63-4E16-9674-0E5D09BC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5F793-BE32-4B7F-A9FF-8041C75C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8E3C4-2474-4000-8E29-20904E23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Pausa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AEA13-71F2-4B64-95E5-A58DDA0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2BAA4-AB84-4410-AC60-06F48AE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0252B-0205-4F02-A5F8-83F9B401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0DA9A-21FF-4B59-B379-B5C9501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Organizar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F8A66-72F5-4614-BD3F-8A46AB93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AC433-EE1A-4005-B3A9-9B2D1978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F3272-3315-4707-82AE-6DB311CE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0334F-64CD-4DD3-BD11-D66D03BD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Repasar si lo necesita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301BD-E354-45CF-8857-E6E2359E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9BC0E-F48E-4310-B56E-059C4DF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11E12-15BE-40AA-8E94-F6C9A76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B681F-E435-4D15-A472-2E821522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Volver con preguntas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D3773-17CE-445E-BC10-341E266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39CA9-981C-473E-A9DD-E78300E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hay clase ni entrega nueva. El repaso es opcional y autónomo.</a:t>
            </a:r>
          </a:p>
        </p:txBody>
      </p:sp>
    </p:spTree>
    <p:extLst>
      <p:ext uri="{BB962C8B-B14F-4D97-AF65-F5344CB8AC3E}">
        <p14:creationId xmlns:p14="http://schemas.microsoft.com/office/powerpoint/2010/main" val="380871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45197-2AA4-463B-A535-0FCCE23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B0BBB-513E-4FA4-BB86-F76FBA28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A776E-DC2C-433E-9B21-7313F1D3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112C1-0E8B-413F-B469-938802C1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CC8F4-378F-4F05-B511-7FF9DEA9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FF03F-D027-4CC0-A0C0-5CC32C3F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DC08E-CD6E-4D06-B681-69586A8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15B87-7C52-4B06-901E-43B54AA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E64ED-F3E9-456C-97CE-AD7362C6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Organizar apuntes y evidencias ya producidas.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45591-DEF8-493F-BD0E-31868EC2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536C2-FDDD-4D4A-8D2D-8A232E2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FDB89-606A-436D-9878-C0FC41C8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4F0CA-B1FF-4C51-B7DF-ABC7D3E8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9409D-D741-4EE3-BD2C-3103B9D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Revisar voluntariamente los temas con mayor dificultad.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A9AEB-8700-46D0-AE2F-829B0A5B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76783-93E5-44A5-A404-67756C0A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9869C-3718-4C49-8470-E11C1D5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5F4EC-543C-4B87-B26B-DDC3694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6E710-0BF3-4BBB-B56C-E06815A9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Llegar al Parcial 2 con dudas concretas.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B90DB-E97A-4979-90BA-35497FD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No se solicita evidencia nueva durante el receso.</a:t>
            </a:r>
          </a:p>
        </p:txBody>
      </p:sp>
    </p:spTree>
    <p:extLst>
      <p:ext uri="{BB962C8B-B14F-4D97-AF65-F5344CB8AC3E}">
        <p14:creationId xmlns:p14="http://schemas.microsoft.com/office/powerpoint/2010/main" val="1693318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12A15-FE6B-4803-9229-BE996D0E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980C-78BD-4D29-B875-D5ECD858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84D47-0657-4856-B5DA-BFAD5D19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D312E-F965-45A1-8B64-0AE978DE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2745B-58F0-4F8B-8AA9-D624AA8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7B4B-9060-4030-9D82-06653019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920D0-906C-4E74-963F-5D1A477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26757-EC79-4564-8F59-37C10E0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Sin clase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360D4-8DDA-4678-84E1-C999A9A3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No se introduce contenido nuevo durante el receso.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26DB6-6FA5-47F8-8B23-6DFA7F9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B0A54-BCA0-496B-993C-BF354221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F7B6D-E96E-4015-BFE9-A4922500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0C91E-6DCB-498D-A6EB-7C76D74A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Sin entrega nueva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C7B62-3DB8-48EB-966A-9A08904F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Solo se atienden compromisos previamente acordados.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73FE9-37C2-434E-B41A-90EB94D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CEB40-B13A-44E0-983F-4A0F325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30B40-DB9F-4E63-9BED-61CD6FA9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D51EE-4765-4508-9B73-AA232C7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Repaso opcional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33854-A2E6-434B-9C26-DC4AC290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Conversiones, aritmética, compuertas, Boole, De Morgan y Karnaugh.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B7BE4-47A7-47B3-989E-2BF37CF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C3BB5-B846-4429-B71B-BE1BEE9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185B1-9012-459F-A9BD-DBEDDD50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E5D0F-76BE-4550-8A28-6FD2C6AF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Bienestar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0E1A1-4059-4FAC-9DA5-DC5D2F84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pausa también permite recuperar ritmo y planear el cierre del semestre.</a:t>
            </a:r>
          </a:p>
        </p:txBody>
      </p:sp>
    </p:spTree>
    <p:extLst>
      <p:ext uri="{BB962C8B-B14F-4D97-AF65-F5344CB8AC3E}">
        <p14:creationId xmlns:p14="http://schemas.microsoft.com/office/powerpoint/2010/main" val="1688371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78C9C-AC55-4E12-955D-36BE1585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5F516-00FF-40F9-82E6-082BBC2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Autoevaluación breve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38675-49FB-489D-8C13-CE7460C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93742-80BD-4F84-9A78-FB951A9B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E1FA0-1BB6-4685-9238-B975B4E6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5110C-585E-49AD-AF20-3128345C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Elija un tema que aún no pueda explicar sin apuntes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2FD4-AF64-426F-98F8-55F89076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A85F-5B14-43B2-AB52-C5A65E3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D7945-CC87-40F9-BF80-E2E71499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Identifique el error → resuelva un ejemplo → verifique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CB6C8-E0CE-48BA-BED7-FF4FF004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Anote una sola pregunta precisa para la Semana 11.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DAFDE-8013-4F12-9EBB-7C2886FF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987557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F8EC8-5174-4A12-92E1-A668BA7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3570D-2BDF-4165-988D-EC157577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48357-222A-4641-A38D-C7EF071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0A246-9D85-490C-A8CC-52F95BB0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DCB72-7D26-4D3D-9B33-4585FFE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3FEA5-4F09-420C-A274-ED05A3C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73BEF-1AAC-4EA4-AA4F-241C0BF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B1B21-5E04-4E93-8514-07005D8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No hay actividad obligatoria nueva.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FF702-9082-42E0-8F72-89C36385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89B5D-CB9C-413E-AE58-5575B6B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46627-6772-4563-AA70-1DED3A59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100F8-253D-4C94-BF91-53BD434A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Puede rehacer un ejercicio ya visto.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577DB-E8ED-4AA3-8FC7-B40BC50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36784-E1DD-45FB-A970-D8ED4D31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E568E-8C24-41AE-A16C-01139EC0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347A1-9552-4F14-A9A5-5048063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Organice la carpeta del equipo y las correcciones del ABP.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3F3C9-FE26-4540-8509-D313BA03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EDB6B-5C61-4233-B8FF-EBFCF1C7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219463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A1965-6206-4193-AF5C-D5BA481F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5AE07-E090-4442-81DB-1DC0B69B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C9F90-58A9-4D65-A3DB-309C8B3C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3DEB8-D8A7-40DB-8B5E-1705BEB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F99AA-033A-4AD1-B9CC-8E3E5892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F5DDE-A43A-4EB3-8510-8F6BB4F9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Consolidar versiones, mediciones y retroalimentación; no avanzar sin comprender los cambios pendientes.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35A4A-12BE-49B7-8EB5-6BD5B1E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4D29-6643-44AF-ABDC-E07461BF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A1FB6-ECF2-40F8-843C-8FA011E3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8C5D7-DCAF-4869-A8FC-B6B5CC9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44E0C-50BE-4E98-BA1B-1C351A2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8B463-22CE-4BFD-9B08-835C937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A133F-48E7-473C-9B30-16FC2EB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F0EE2-867E-490C-933A-A12C4F0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DBA45-728D-4031-9AFA-B70E63F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30022-B5CA-4521-A893-F17998A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A0716-6F65-4BE5-82D9-ED10847E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60652-196E-438F-B8F0-56389F45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2066965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1CC77-5795-4C56-BAF1-940E7924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A90AE-EB8D-4E2A-A7B4-BC252AAA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4152D-D8C6-49C2-876B-0D26B65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E7076-CDC5-4FE8-A687-1FD6366A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F2354-3C76-4149-A489-504ADD10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El receso no agrega carga académica: ofrece una pausa para ordenar evidencias y volver con decisiones más claras.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25FA9-A7E3-43ED-93B4-0AF317A2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E2EB4-E453-46C4-A420-0964ADBA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8CA0-DD97-4A32-BAC3-4F30924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B3824-B630-4E2F-B565-25D05A05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6A106-F853-4269-820E-EAB82AF8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Síntesis digital y Parcial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5B4D8-5BFF-4588-928A-D465FE1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236873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2026-07-22T15:31:50.1440000Z</dcterms:created>
  <dcterms:modified xsi:type="dcterms:W3CDTF">2026-07-22T15:31:50.1440000Z</dcterms:modified>
</coreProperties>
</file>