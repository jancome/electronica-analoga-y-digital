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94e905b00a4e3f" /><Relationship Type="http://schemas.openxmlformats.org/officeDocument/2006/relationships/extended-properties" Target="/docProps/app.xml" Id="Refcc4b1383ed43e4" /><Relationship Type="http://schemas.openxmlformats.org/officeDocument/2006/relationships/officeDocument" Target="/ppt/presentation.xml" Id="R09817ded6c3749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3bdc32be3f4d10"/>
  </p:sldMasterIdLst>
  <p:notesMasterIdLst>
    <p:notesMasterId xmlns:r="http://schemas.openxmlformats.org/officeDocument/2006/relationships" r:id="R406af8239f2c419e"/>
  </p:notesMasterIdLst>
  <p:sldIdLst>
    <p:sldId xmlns:r="http://schemas.openxmlformats.org/officeDocument/2006/relationships" id="256" r:id="R6404597658034797"/>
    <p:sldId xmlns:r="http://schemas.openxmlformats.org/officeDocument/2006/relationships" id="257" r:id="Rc4503eec04b54eb0"/>
    <p:sldId xmlns:r="http://schemas.openxmlformats.org/officeDocument/2006/relationships" id="258" r:id="Re437e11f67a549ed"/>
    <p:sldId xmlns:r="http://schemas.openxmlformats.org/officeDocument/2006/relationships" id="259" r:id="R960e9f9ce86e45ec"/>
    <p:sldId xmlns:r="http://schemas.openxmlformats.org/officeDocument/2006/relationships" id="260" r:id="R1db8e08d69014df9"/>
    <p:sldId xmlns:r="http://schemas.openxmlformats.org/officeDocument/2006/relationships" id="261" r:id="Rcdf9ea6cab7e4ac8"/>
    <p:sldId xmlns:r="http://schemas.openxmlformats.org/officeDocument/2006/relationships" id="262" r:id="R6ed8ae49085b4ec3"/>
    <p:sldId xmlns:r="http://schemas.openxmlformats.org/officeDocument/2006/relationships" id="263" r:id="Rc52ba4c3fcb24f2e"/>
    <p:sldId xmlns:r="http://schemas.openxmlformats.org/officeDocument/2006/relationships" id="264" r:id="Re14f9d2ff22e468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f495cfc9024979" /><Relationship Type="http://schemas.openxmlformats.org/officeDocument/2006/relationships/slideMaster" Target="/ppt/slideMasters/slideMaster1.xml" Id="Reb3bdc32be3f4d10" /><Relationship Type="http://schemas.openxmlformats.org/officeDocument/2006/relationships/notesMaster" Target="/ppt/notesMasters/notesMaster1.xml" Id="R406af8239f2c419e" /><Relationship Type="http://schemas.openxmlformats.org/officeDocument/2006/relationships/presProps" Target="/ppt/presProps.xml" Id="R7cbf83d6c3e24880" /><Relationship Type="http://schemas.openxmlformats.org/officeDocument/2006/relationships/tableStyles" Target="/ppt/tableStyles.xml" Id="R9e94f8307a7540fa" /><Relationship Type="http://schemas.openxmlformats.org/officeDocument/2006/relationships/slide" Target="/ppt/slides/slide1.xml" Id="R6404597658034797" /><Relationship Type="http://schemas.openxmlformats.org/officeDocument/2006/relationships/slide" Target="/ppt/slides/slide2.xml" Id="Rc4503eec04b54eb0" /><Relationship Type="http://schemas.openxmlformats.org/officeDocument/2006/relationships/slide" Target="/ppt/slides/slide3.xml" Id="Re437e11f67a549ed" /><Relationship Type="http://schemas.openxmlformats.org/officeDocument/2006/relationships/slide" Target="/ppt/slides/slide4.xml" Id="R960e9f9ce86e45ec" /><Relationship Type="http://schemas.openxmlformats.org/officeDocument/2006/relationships/slide" Target="/ppt/slides/slide5.xml" Id="R1db8e08d69014df9" /><Relationship Type="http://schemas.openxmlformats.org/officeDocument/2006/relationships/slide" Target="/ppt/slides/slide6.xml" Id="Rcdf9ea6cab7e4ac8" /><Relationship Type="http://schemas.openxmlformats.org/officeDocument/2006/relationships/slide" Target="/ppt/slides/slide7.xml" Id="R6ed8ae49085b4ec3" /><Relationship Type="http://schemas.openxmlformats.org/officeDocument/2006/relationships/slide" Target="/ppt/slides/slide8.xml" Id="Rc52ba4c3fcb24f2e" /><Relationship Type="http://schemas.openxmlformats.org/officeDocument/2006/relationships/slide" Target="/ppt/slides/slide9.xml" Id="Re14f9d2ff22e46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bb5f0352104c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d15972314f4d9c" /><Relationship Type="http://schemas.openxmlformats.org/officeDocument/2006/relationships/notesMaster" Target="/ppt/notesMasters/notesMaster1.xml" Id="Rc46f8a3dabfc48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101f917a2448d6" /><Relationship Type="http://schemas.openxmlformats.org/officeDocument/2006/relationships/notesMaster" Target="/ppt/notesMasters/notesMaster1.xml" Id="R017b8f162ce841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1093198812460e" /><Relationship Type="http://schemas.openxmlformats.org/officeDocument/2006/relationships/notesMaster" Target="/ppt/notesMasters/notesMaster1.xml" Id="Raeb44066f89641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9f6fe01c8149a1" /><Relationship Type="http://schemas.openxmlformats.org/officeDocument/2006/relationships/notesMaster" Target="/ppt/notesMasters/notesMaster1.xml" Id="R8b176e43d52f40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a4beaf70c84339" /><Relationship Type="http://schemas.openxmlformats.org/officeDocument/2006/relationships/notesMaster" Target="/ppt/notesMasters/notesMaster1.xml" Id="Rd57397e4f85e4b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c3c78b6159404d" /><Relationship Type="http://schemas.openxmlformats.org/officeDocument/2006/relationships/notesMaster" Target="/ppt/notesMasters/notesMaster1.xml" Id="R479bc34389eb48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61e0069cab4d07" /><Relationship Type="http://schemas.openxmlformats.org/officeDocument/2006/relationships/notesMaster" Target="/ppt/notesMasters/notesMaster1.xml" Id="Re2773348543146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824fcc5d6e4aad" /><Relationship Type="http://schemas.openxmlformats.org/officeDocument/2006/relationships/notesMaster" Target="/ppt/notesMasters/notesMaster1.xml" Id="R39b37fd646254f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95b678d37f4a72" /><Relationship Type="http://schemas.openxmlformats.org/officeDocument/2006/relationships/notesMaster" Target="/ppt/notesMasters/notesMaster1.xml" Id="R4642eadc6f5449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9a922256b244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daf89e41f0417a" /><Relationship Type="http://schemas.openxmlformats.org/officeDocument/2006/relationships/slideLayout" Target="/ppt/slideLayouts/slideLayout1.xml" Id="R8cc4a23f015242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c4a23f015242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d29ba253f4bc9" /><Relationship Type="http://schemas.openxmlformats.org/officeDocument/2006/relationships/image" Target="/ppt/media/image.jpeg" Id="Re639bb78771645f6" /><Relationship Type="http://schemas.openxmlformats.org/officeDocument/2006/relationships/notesSlide" Target="/ppt/notesSlides/notesSlide1.xml" Id="R414b77dd3b9e40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184c1723946e3" /><Relationship Type="http://schemas.openxmlformats.org/officeDocument/2006/relationships/notesSlide" Target="/ppt/notesSlides/notesSlide2.xml" Id="Rd5fcaf3c114f4d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f9004dffe491e" /><Relationship Type="http://schemas.openxmlformats.org/officeDocument/2006/relationships/notesSlide" Target="/ppt/notesSlides/notesSlide3.xml" Id="Rd1fb5529a8b948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11a2376ae4f3f" /><Relationship Type="http://schemas.openxmlformats.org/officeDocument/2006/relationships/notesSlide" Target="/ppt/notesSlides/notesSlide4.xml" Id="R647a36cd6c2b49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e9b67b47f4703" /><Relationship Type="http://schemas.openxmlformats.org/officeDocument/2006/relationships/notesSlide" Target="/ppt/notesSlides/notesSlide5.xml" Id="R8f9af0760f9c4b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49ebfc2a940dd" /><Relationship Type="http://schemas.openxmlformats.org/officeDocument/2006/relationships/notesSlide" Target="/ppt/notesSlides/notesSlide6.xml" Id="R194b5a3479b447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666099a1943e8" /><Relationship Type="http://schemas.openxmlformats.org/officeDocument/2006/relationships/notesSlide" Target="/ppt/notesSlides/notesSlide7.xml" Id="R3ba5d4d0126649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2d6db9fb940fe" /><Relationship Type="http://schemas.openxmlformats.org/officeDocument/2006/relationships/notesSlide" Target="/ppt/notesSlides/notesSlide8.xml" Id="R6137727b589d46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287ea5b8a4cbd" /><Relationship Type="http://schemas.openxmlformats.org/officeDocument/2006/relationships/notesSlide" Target="/ppt/notesSlides/notesSlide9.xml" Id="Rbc3be460514145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8695F-6F3F-45D6-973A-7DD471CD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B0549-A751-4985-8716-E0BF110E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ELECTRÓNICA ANALÓGICA Y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FA519-4D36-4563-A4E0-D70EB87F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219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Síntesis digital y Parcial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7BF23-B996-47FB-8CF6-51F63C15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11 · Ingeniería Eléctrica · 2026-2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04D61-C16A-4976-9A66-88443419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81938-D7BD-4BAB-BAE7-7CD73773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 la representación a una función lógica optimizada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39bb78771645f6"/>
          <a:srcRect xmlns:a="http://schemas.openxmlformats.org/drawingml/2006/main" l="27793" t="0" r="277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0E219-D466-4910-B63C-0C0A2E83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531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>
              <a:alpha val="7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25EE1-07B4-48C1-BEBB-910E29EE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81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Foto/diagrama: FDominec · Wikimedia Commons · CC BY-SA 3.0</a:t>
            </a:r>
          </a:p>
        </p:txBody>
      </p:sp>
    </p:spTree>
    <p:extLst>
      <p:ext uri="{BB962C8B-B14F-4D97-AF65-F5344CB8AC3E}">
        <p14:creationId xmlns:p14="http://schemas.microsoft.com/office/powerpoint/2010/main" val="17472242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6248FE-9C7A-4C2F-963B-BDAF047D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INTRODUCCIÓN Y RUTA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BC74C-E751-4A17-BB0C-8C7D0F31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que conectamos y lo que haremos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818A2-B796-4EBF-8648-B71B018D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D8AF8-B703-4AE8-B3C0-0CAA8ED1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6DD28-A810-475D-A4FF-FE41F4C5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Ya representamos datos, operamos bits, construimos compuertas y simplificamos funciones.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38A9B-F43E-4497-A8A6-B7E4C3B7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B22C6-18AC-4694-ABCB-0C0642AC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2AFF4-A80B-4FD4-86E9-C8903074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B7940-CCF5-465F-8312-E0B5B50D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Activar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24C35-7548-4E29-A033-2EADC588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6A2DC-58DD-4772-A163-9B56FF98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97519-49BC-440A-9FB9-D7746A62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66616-C31E-4796-BD0B-91351CEB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2B15A-6584-46D8-A680-B530430D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9BF168-DBFB-452C-B1EC-ACDB47D3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A2F10B-78C2-458E-BC10-C467DAD6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B3047-7F91-44A6-B084-03B16D83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Demostrar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9DCDC-9C77-4023-9526-5F24FC65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6B01DA-E574-495E-8927-2EAD9428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58867-A5EB-438A-9899-632774F3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E23659-A69D-4663-800F-1BE465FA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Conectar con ABP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09CD6F-F5FB-4A72-863C-D8E091D5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1028700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9CA585-049F-4204-AF1B-C8CC8E89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Hoy hay Parcial 2: activación, aclaración y evaluación individual.</a:t>
            </a:r>
          </a:p>
        </p:txBody>
      </p:sp>
    </p:spTree>
    <p:extLst>
      <p:ext uri="{BB962C8B-B14F-4D97-AF65-F5344CB8AC3E}">
        <p14:creationId xmlns:p14="http://schemas.microsoft.com/office/powerpoint/2010/main" val="4622779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15BA83-076F-48EE-9135-3B573860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OBJETIVOS DE APRENDIZAJE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B1901-C647-4A32-9FC0-76568A4E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Al finalizar esta semana podrás…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1F98E-6DD1-45A6-83D6-1C6D9D65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3FF6C-298E-411C-800B-82943F5B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89B21-1C09-4089-8C2D-ECBA7B65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458DC-66FA-4364-88CB-39304CA8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03653-A1E8-4B91-830C-13ABD49C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FD5D4-5266-4281-BCE0-8A89F998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D9BB6-5C2D-49B9-A9FB-9798280C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Conectar sistemas numéricos, aritmética y lógica combinacional.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579D0-D36E-4159-915E-BC970188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9BF96-8677-45E4-BBEE-15D62B3D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953C2-38B3-4210-8BC7-1D99D45F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A22B1-4EE1-4A6F-9E60-424F8589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Aplicar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B2A4B-9042-45DC-AF4B-63424FB7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Validar equivalencia entre tabla, expresión y circuito.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2E76E-FD39-4101-821A-918B62A5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2F1FCC-FEF3-41FC-A4F5-91E185C7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6BE69-580B-43D6-B473-B72D68D9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9AEA7B-7B3B-48B5-84A2-38F238CE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Integrar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99FBA7-F86C-499E-B98D-92770238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Resolver el Parcial 2 con procedimiento y comprobación.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3D7DB0-A39A-477F-9D10-B769ACD7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Evidencia: procedimiento, unidades, justificación y comprobación.</a:t>
            </a:r>
          </a:p>
        </p:txBody>
      </p:sp>
    </p:spTree>
    <p:extLst>
      <p:ext uri="{BB962C8B-B14F-4D97-AF65-F5344CB8AC3E}">
        <p14:creationId xmlns:p14="http://schemas.microsoft.com/office/powerpoint/2010/main" val="20995583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05034C-50FA-4669-9C91-927A8D52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CONCEPTOS ESENCIALES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2568C-352B-414A-82F2-CB509B17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Cuatro ideas para explicar el comportamiento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C259D-B839-48D4-80BD-3A178EB5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F6667-24E3-4351-B7F9-CEFE0E03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50B29-AB51-41F0-A2E2-A6FBFABE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8DEAC-E506-4B7E-8740-969B8DC9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FB043-3A1B-4386-9DB6-4EE2DFA4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1AABB-6E38-4BA4-A903-3B0A7738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Representación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C88EA-378C-445D-BD30-6D737DB0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Defina código, rango y significado.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441E6-C5AA-417C-BC6E-A19EBADD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1401C-B73E-4AE9-B9D6-B53EFC58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9E2A8-4E55-4833-8A50-BA1A6326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590D0-6730-47FE-97DA-65B73201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Operación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B7F25-2590-4088-B27B-66EF7287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Controle signo, acarreo y overflow.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ED8032-01C9-4F65-8724-125B0F9E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A98C88-31FE-4F0B-A7C4-40F49A17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00E6B0-F24B-42AF-89C5-CC58F318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B0F06-8F79-49F1-AAFA-B9CE67DB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Decisión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667577-2380-49A7-8C31-8AEAD8C3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Traduzca requisitos a tabla y expresión.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CEB63B-1DE2-4E6A-A46F-5D43A7A3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68A8CD-E790-4A29-AB93-024CB779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C939FD-2C44-4E29-A292-E16788C9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DE2221-7A84-4985-8DA8-07BC8F82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Optimización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ECE35B-7B98-4F3A-852B-00C4D296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Compruebe la simplificación antes de implementar.</a:t>
            </a:r>
          </a:p>
        </p:txBody>
      </p:sp>
    </p:spTree>
    <p:extLst>
      <p:ext uri="{BB962C8B-B14F-4D97-AF65-F5344CB8AC3E}">
        <p14:creationId xmlns:p14="http://schemas.microsoft.com/office/powerpoint/2010/main" val="5963539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881E9-B29A-4ACD-90EE-A4600931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EJEMPLO GUIADO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A96C2-C3F3-4D86-B2C5-B6F65E37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Cadena de validación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8A4B7-4D47-48F5-8198-2A3C025E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B3275-F6E5-4122-A71B-A6014AA5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74129-D096-424C-BCF8-79C6DC35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46863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A3A2C-F2CA-46E8-888C-8066ABC5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3886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Requisito → variables → tabla → función → mapa → circuito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C8227-FAAA-4A8B-B63E-DFED0704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Primero: represente datos, unidades y supuestos.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228EA-9F64-4380-9F16-19BC1A37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28800"/>
            <a:ext cx="56007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14FDD-B13F-4F5C-9685-EA0D0BEA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Cada paso debe producir la misma salida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B030B-B036-4BD2-84B1-B1E431F4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648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Si dos representaciones difieren, regrese al primer punto de desacuerdo.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498FE-DF3F-4A60-9BA3-9561FD32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4C4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4C4C"/>
                </a:solidFill>
                <a:latin typeface="Aptos"/>
                <a:ea typeface="Aptos"/>
                <a:cs typeface="Aptos"/>
              </a:rPr>
              <a:t>Pregunta al equipo: ¿qué mediría para comprobarlo y qué resultado haría cambiar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6650399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84836A-F68A-4668-9235-FBBF9E2E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ACTIVIDAD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4E211-690C-4D5B-99CE-29AF8DDC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Prediga, contraste y explique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DBBDA-7F80-439E-B52D-BDFFF5F7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AF756-E612-474F-8E2B-598D6587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41A30-3BF3-4F1D-974E-83B27050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218FB-D4C5-4191-B2DD-C07AD0CB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25EEF-DFCF-437A-9126-DFCFD825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CFABF-DFA3-4522-8B4C-3BF9BC71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Reconstruya una función a partir de un circuito.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0EEF5-31EF-486E-9F13-4DF64A0E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6D200-0214-461D-B859-42F3BACE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8946F-8773-4A83-93F5-87B8E95A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15FE7-F2C6-467C-AC53-1E1D5FFE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Compare dos simplificaciones y elija la más implementable.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6039A-5C5D-4092-AA3F-C54F889D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8990F-40A1-4F82-A8D9-ADC63B60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6D342-4833-4A19-A1E1-4C632758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1AB55-4F65-4873-9B3F-FDA9A2DE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Formule una duda final basada en evidencia.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34839E-09D2-4A8A-A3DB-7BDE54B8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48350"/>
            <a:ext cx="94869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C4809-983F-4B04-8543-18B5CBE9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Cada respuesta debe incluir una razón técnica, no solo el resultado.</a:t>
            </a:r>
          </a:p>
        </p:txBody>
      </p:sp>
    </p:spTree>
    <p:extLst>
      <p:ext uri="{BB962C8B-B14F-4D97-AF65-F5344CB8AC3E}">
        <p14:creationId xmlns:p14="http://schemas.microsoft.com/office/powerpoint/2010/main" val="6740914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DE4EE2-9BAD-4286-95A1-B61CD76D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EVALUACIÓN DEL CORTE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D15E8-BA6E-4AEF-87B8-82FD5522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Parcial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00865-7F09-47A6-BAFA-8727DCB8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61CB7-2EB2-4CC1-97DE-434185C5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F276C-A053-4DDC-AEAA-CFE14A2E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1074420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11E27-7142-4F3A-92BF-C199680D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Evaluación individual de fundamentos digitales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E3D38-E8B3-4C83-B820-B3611C75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32766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C49F7-1DBB-4F68-AE49-AC0E1586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14086-ECB0-452D-809C-F3BE34A7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A9A82-A6DE-42FC-BE22-850682CC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Lea todo antes de empezar.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2C4CF-FB98-4CB4-91ED-17F508F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00500"/>
            <a:ext cx="32766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65E7B-FCB5-408E-8479-A07B7252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91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DEDAB-0F99-4420-AA6D-8FEFEF17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91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30FFB-5DF1-4AD8-8489-450AB422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1480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Muestre procedimiento y unidades.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1C3527-C26C-4888-A6E1-C78BFF32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32766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204BE2-5475-47A0-81B2-B9FD0C32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91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9EDB0F-E421-44B3-9084-7C738BB3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91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3F6BA-EC18-4A05-B103-A4F80C01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1480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Compruebe si el resultado es físicamente posible.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483BC-A08B-4F98-88C4-07F774A2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95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Los ejercicios se publican a las 2:00 p. m. hora Colombia según el calendario.</a:t>
            </a:r>
          </a:p>
        </p:txBody>
      </p:sp>
    </p:spTree>
    <p:extLst>
      <p:ext uri="{BB962C8B-B14F-4D97-AF65-F5344CB8AC3E}">
        <p14:creationId xmlns:p14="http://schemas.microsoft.com/office/powerpoint/2010/main" val="21371339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273EB4-FE47-4901-A2F6-0C1B9780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CONEXIÓN ABP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7F048-F667-4D0E-8F41-EDC09332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¿Qué aporta esta semana al proyecto?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070D4-C4EE-49DF-B4E9-751FB4FC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CD716-0F4C-4211-AB7F-F38FD97A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43BBB-754A-4CEC-8125-20679425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7442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456C7-84BE-471E-8E6B-BEE33F74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33600"/>
            <a:ext cx="971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Aplicar la retroalimentación del Preproyecto 2; las mejoras podrán incorporarse a la versión final integrada.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5D0FC-3E62-44DD-AF38-903BEB35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746F9-B209-4404-98C6-7272BF1E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Necesidad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7229D-2486-400B-BEB6-85B8CFC0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9773C-B19F-4CDD-80FB-E0C2C56A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56B60-6C8F-48EA-83C2-86014645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Decisión técnica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54667-AF34-4BCE-9718-2DBC7A89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047E3-38BB-4831-AD6F-E84F613D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A1211-98EB-4C53-9428-21B51A7D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D534FC-95D4-4BFE-9915-2BC82970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EDAEE-5A01-4748-A720-52A4B2D6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2FEFEA-9F05-4DB4-8B87-1731D516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Mejora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72CE5D-A629-4C17-A624-D3DAACBC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El preproyecto orienta y permite corregir; el proyecto final valora la integración final mejorada.</a:t>
            </a:r>
          </a:p>
        </p:txBody>
      </p:sp>
    </p:spTree>
    <p:extLst>
      <p:ext uri="{BB962C8B-B14F-4D97-AF65-F5344CB8AC3E}">
        <p14:creationId xmlns:p14="http://schemas.microsoft.com/office/powerpoint/2010/main" val="13337472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3BF08-563F-4EAD-8501-522E0D9A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CONCLUSIÓN Y SALIDA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99A20-09BD-4AC7-A0DA-15D43829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esencial se convierte en una decisión de diseño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03949-1AD0-4E87-A3A2-EC661D77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F5DC2-D05C-4C01-AE91-290965E7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91869-E24D-41DA-919A-F63C34DE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5715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La lógica está lista para integrarse cuando requisitos, tabla, expresión simplificada y circuito cuentan la misma historia.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32161-C779-4C5D-8773-D851C260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7150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0F3AE-812D-4BBC-9CE9-0BF52CEA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504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Salida breve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¿Qué puedo explicar?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¿Qué evidencia obtuve?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¿Qué debo mejorar en el ABP?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B35C5-C9A8-49DA-8CB8-1151589A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47850"/>
            <a:ext cx="46863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A78E0-75E2-4363-8D14-EA8A8DDE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Próxima conexión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E4484-BCB1-427C-8783-CD2F7607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848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XOR, sumadores, restadores e integración.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027C0-D333-450B-9CA0-BF708C72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Conserve cálculos, fotos, mediciones y decisiones: serán evidencia del proceso.</a:t>
            </a:r>
          </a:p>
        </p:txBody>
      </p:sp>
    </p:spTree>
    <p:extLst>
      <p:ext uri="{BB962C8B-B14F-4D97-AF65-F5344CB8AC3E}">
        <p14:creationId xmlns:p14="http://schemas.microsoft.com/office/powerpoint/2010/main" val="2002067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2026-07-22T15:31:50.3690000Z</dcterms:created>
  <dcterms:modified xsi:type="dcterms:W3CDTF">2026-07-22T15:31:50.3690000Z</dcterms:modified>
</coreProperties>
</file>