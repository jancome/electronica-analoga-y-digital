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3a8a3565e34ba2" /><Relationship Type="http://schemas.openxmlformats.org/officeDocument/2006/relationships/extended-properties" Target="/docProps/app.xml" Id="Rffd5fe57be9f4682" /><Relationship Type="http://schemas.openxmlformats.org/officeDocument/2006/relationships/officeDocument" Target="/ppt/presentation.xml" Id="R756b4524fe3044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aea6815c3f4093"/>
  </p:sldMasterIdLst>
  <p:notesMasterIdLst>
    <p:notesMasterId xmlns:r="http://schemas.openxmlformats.org/officeDocument/2006/relationships" r:id="Rabe7357cbd2741a6"/>
  </p:notesMasterIdLst>
  <p:sldIdLst>
    <p:sldId xmlns:r="http://schemas.openxmlformats.org/officeDocument/2006/relationships" id="256" r:id="R513db959680340dd"/>
    <p:sldId xmlns:r="http://schemas.openxmlformats.org/officeDocument/2006/relationships" id="257" r:id="R0544a1d451bb4b11"/>
    <p:sldId xmlns:r="http://schemas.openxmlformats.org/officeDocument/2006/relationships" id="258" r:id="Rf377055ca1c44923"/>
    <p:sldId xmlns:r="http://schemas.openxmlformats.org/officeDocument/2006/relationships" id="259" r:id="R338e81035466442d"/>
    <p:sldId xmlns:r="http://schemas.openxmlformats.org/officeDocument/2006/relationships" id="260" r:id="R9a60e7d67f31467d"/>
    <p:sldId xmlns:r="http://schemas.openxmlformats.org/officeDocument/2006/relationships" id="261" r:id="Rab6fa36758344a79"/>
    <p:sldId xmlns:r="http://schemas.openxmlformats.org/officeDocument/2006/relationships" id="262" r:id="R23bea9413eb64486"/>
    <p:sldId xmlns:r="http://schemas.openxmlformats.org/officeDocument/2006/relationships" id="263" r:id="R5e095ecac2d84fde"/>
    <p:sldId xmlns:r="http://schemas.openxmlformats.org/officeDocument/2006/relationships" id="264" r:id="R4cf8925e0e3846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5093cbe87e464c" /><Relationship Type="http://schemas.openxmlformats.org/officeDocument/2006/relationships/slideMaster" Target="/ppt/slideMasters/slideMaster1.xml" Id="Rdaaea6815c3f4093" /><Relationship Type="http://schemas.openxmlformats.org/officeDocument/2006/relationships/notesMaster" Target="/ppt/notesMasters/notesMaster1.xml" Id="Rabe7357cbd2741a6" /><Relationship Type="http://schemas.openxmlformats.org/officeDocument/2006/relationships/presProps" Target="/ppt/presProps.xml" Id="Rd780284438094da5" /><Relationship Type="http://schemas.openxmlformats.org/officeDocument/2006/relationships/tableStyles" Target="/ppt/tableStyles.xml" Id="Rc95e5fb746fe4d30" /><Relationship Type="http://schemas.openxmlformats.org/officeDocument/2006/relationships/slide" Target="/ppt/slides/slide1.xml" Id="R513db959680340dd" /><Relationship Type="http://schemas.openxmlformats.org/officeDocument/2006/relationships/slide" Target="/ppt/slides/slide2.xml" Id="R0544a1d451bb4b11" /><Relationship Type="http://schemas.openxmlformats.org/officeDocument/2006/relationships/slide" Target="/ppt/slides/slide3.xml" Id="Rf377055ca1c44923" /><Relationship Type="http://schemas.openxmlformats.org/officeDocument/2006/relationships/slide" Target="/ppt/slides/slide4.xml" Id="R338e81035466442d" /><Relationship Type="http://schemas.openxmlformats.org/officeDocument/2006/relationships/slide" Target="/ppt/slides/slide5.xml" Id="R9a60e7d67f31467d" /><Relationship Type="http://schemas.openxmlformats.org/officeDocument/2006/relationships/slide" Target="/ppt/slides/slide6.xml" Id="Rab6fa36758344a79" /><Relationship Type="http://schemas.openxmlformats.org/officeDocument/2006/relationships/slide" Target="/ppt/slides/slide7.xml" Id="R23bea9413eb64486" /><Relationship Type="http://schemas.openxmlformats.org/officeDocument/2006/relationships/slide" Target="/ppt/slides/slide8.xml" Id="R5e095ecac2d84fde" /><Relationship Type="http://schemas.openxmlformats.org/officeDocument/2006/relationships/slide" Target="/ppt/slides/slide9.xml" Id="R4cf8925e0e3846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5c7a877feb4c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b0806c0f974fa6" /><Relationship Type="http://schemas.openxmlformats.org/officeDocument/2006/relationships/notesMaster" Target="/ppt/notesMasters/notesMaster1.xml" Id="R4a9a15f131d24c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9a106a20fa4ed6" /><Relationship Type="http://schemas.openxmlformats.org/officeDocument/2006/relationships/notesMaster" Target="/ppt/notesMasters/notesMaster1.xml" Id="R5599669b60a548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203effb1fc4c1b" /><Relationship Type="http://schemas.openxmlformats.org/officeDocument/2006/relationships/notesMaster" Target="/ppt/notesMasters/notesMaster1.xml" Id="R2414f670345945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86406962984a32" /><Relationship Type="http://schemas.openxmlformats.org/officeDocument/2006/relationships/notesMaster" Target="/ppt/notesMasters/notesMaster1.xml" Id="R3836902808834e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476f88c9f04972" /><Relationship Type="http://schemas.openxmlformats.org/officeDocument/2006/relationships/notesMaster" Target="/ppt/notesMasters/notesMaster1.xml" Id="R090aa9cd73814e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2a82c7436b4471" /><Relationship Type="http://schemas.openxmlformats.org/officeDocument/2006/relationships/notesMaster" Target="/ppt/notesMasters/notesMaster1.xml" Id="Rd4398d54259a4f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bc44ccd14f49a2" /><Relationship Type="http://schemas.openxmlformats.org/officeDocument/2006/relationships/notesMaster" Target="/ppt/notesMasters/notesMaster1.xml" Id="Rc3bce678050741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272afacf744e94" /><Relationship Type="http://schemas.openxmlformats.org/officeDocument/2006/relationships/notesMaster" Target="/ppt/notesMasters/notesMaster1.xml" Id="R4bd5739c39e148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74290625ca4b6c" /><Relationship Type="http://schemas.openxmlformats.org/officeDocument/2006/relationships/notesMaster" Target="/ppt/notesMasters/notesMaster1.xml" Id="R8dc3c32632c44a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99c8bf6dad4e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9f2abf6ee545d2" /><Relationship Type="http://schemas.openxmlformats.org/officeDocument/2006/relationships/slideLayout" Target="/ppt/slideLayouts/slideLayout1.xml" Id="R15ede36d4d9b47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ede36d4d9b47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1eb2a3606497a" /><Relationship Type="http://schemas.openxmlformats.org/officeDocument/2006/relationships/image" Target="/ppt/media/image.jpeg" Id="Ra1b99037bb3e4259" /><Relationship Type="http://schemas.openxmlformats.org/officeDocument/2006/relationships/notesSlide" Target="/ppt/notesSlides/notesSlide1.xml" Id="R2c35ee04131f44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3faef7c90475d" /><Relationship Type="http://schemas.openxmlformats.org/officeDocument/2006/relationships/notesSlide" Target="/ppt/notesSlides/notesSlide2.xml" Id="R2929a4e32d8f44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490e2816f4186" /><Relationship Type="http://schemas.openxmlformats.org/officeDocument/2006/relationships/notesSlide" Target="/ppt/notesSlides/notesSlide3.xml" Id="Rf0a0f4ae1b994a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6e1cd690b491e" /><Relationship Type="http://schemas.openxmlformats.org/officeDocument/2006/relationships/notesSlide" Target="/ppt/notesSlides/notesSlide4.xml" Id="Rc11958cea07446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e1d668f21487d" /><Relationship Type="http://schemas.openxmlformats.org/officeDocument/2006/relationships/notesSlide" Target="/ppt/notesSlides/notesSlide5.xml" Id="R935a2fe7ec4543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842471b6b426b" /><Relationship Type="http://schemas.openxmlformats.org/officeDocument/2006/relationships/notesSlide" Target="/ppt/notesSlides/notesSlide6.xml" Id="R149bec61d3d74b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5140aada64fda" /><Relationship Type="http://schemas.openxmlformats.org/officeDocument/2006/relationships/notesSlide" Target="/ppt/notesSlides/notesSlide7.xml" Id="R07dd3b4336de44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e02ba72a949d1" /><Relationship Type="http://schemas.openxmlformats.org/officeDocument/2006/relationships/notesSlide" Target="/ppt/notesSlides/notesSlide8.xml" Id="R791011e7e45c47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90b02c54c43bc" /><Relationship Type="http://schemas.openxmlformats.org/officeDocument/2006/relationships/notesSlide" Target="/ppt/notesSlides/notesSlide9.xml" Id="R492c813ef88d4c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9DD98-1EA7-4F08-8DF5-7E8739D2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B79B4-8F30-4623-9107-E6B9C588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ELECTRÓNICA ANALÓGICA Y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11387-6072-4501-A744-0F911669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XOR, sumadores y restadores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2C2C2-6C37-4538-A219-A0AA3AB0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12 · Ingeniería Eléctrica · 2026-2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E5F4E-ABBD-44DC-8F94-8FB6BF18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99A5D-04AD-459B-8BDA-9E87F2D0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Construir operaciones a partir de decisiones simples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99037bb3e4259"/>
          <a:srcRect xmlns:a="http://schemas.openxmlformats.org/drawingml/2006/main" l="27793" t="0" r="277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4F99E-5846-40AC-9CE8-226E0DDC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531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>
              <a:alpha val="7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70E17-9ECF-4475-BF9B-E55B0967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81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Foto/diagrama: FDominec · Wikimedia Commons · CC BY-SA 3.0</a:t>
            </a:r>
          </a:p>
        </p:txBody>
      </p:sp>
    </p:spTree>
    <p:extLst>
      <p:ext uri="{BB962C8B-B14F-4D97-AF65-F5344CB8AC3E}">
        <p14:creationId xmlns:p14="http://schemas.microsoft.com/office/powerpoint/2010/main" val="11423933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79444D-7730-4D06-B1E2-7F8B5E30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INTRODUCCIÓN Y RUTA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F2806-29FD-4490-B3D4-69A2210C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que conectamos y lo que haremos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67867-B8F2-4AEB-A2BE-348860DA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EE343-7C95-45E2-8838-5AE9841D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B7600-B13D-4C2B-A56A-3D7EA847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Una función optimizada puede combinarse para procesar información de varios bits.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3E825-42A9-4C8F-B925-6E21F9F9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0ECB0-B42F-4BF1-AFDB-DA07DDA1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0BB71-C269-4A1C-BF11-98E97D22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6D3F2-8B23-4A51-A44D-87B86EA5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419A9-8811-4B0C-BE89-0DDA5D70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5A481-72D9-4CD7-83FD-8FE365D0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9F3C1-2D2F-4F9A-A5BC-8AEAEE14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4A1B1-C31C-4CB0-B44C-8BED2CD6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EB589-CDB5-49D0-B3F1-723AE585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4EFF5-C322-49CC-9AC7-09471949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4EA1D-7F59-4F21-B0F1-C5D4E0D4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BEC9A-C03F-4902-8512-D8818BF5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Experimentar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CD35B-7C58-4858-807D-474CC605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59F96-29C2-40D0-A0C3-45520479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18087-7567-49BA-AFA2-A46746BA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7B3B43-D042-4FEA-AF08-31207002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Conectar con ABP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838A5-9C77-4CC9-BB44-63419992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02870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4A69C8-4030-4C97-BD7E-1B817928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Hoy hay Laboratorios 04 y 05: teoría breve, predicción, montaje, medición y análisis.</a:t>
            </a:r>
          </a:p>
        </p:txBody>
      </p:sp>
    </p:spTree>
    <p:extLst>
      <p:ext uri="{BB962C8B-B14F-4D97-AF65-F5344CB8AC3E}">
        <p14:creationId xmlns:p14="http://schemas.microsoft.com/office/powerpoint/2010/main" val="15412141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F0108-9C1F-4947-A82C-F62B0D87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OBJETIVOS DE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0B128-726F-4169-AE1B-1529BE99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Al finalizar esta semana podrás…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307B3-A18A-4499-B604-CD142AED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83E52-BD95-47BF-9B41-02623AD3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56C5C-83CA-48B0-B596-D0E78CA7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15B69-893A-4D4E-8E99-87B2B66E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4BAB5-88EC-49AF-8E0F-3C03419B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FA3DB-8CDC-4305-86C3-7024C629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14A6A-76B1-490F-8BF1-77B89EAE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Explicar XOR y XNOR desde su tabla de verdad.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45724-576D-4EB4-B619-C4A3EB4B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A240A-BD7B-4950-A42B-9CBB1CD2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9BA3C-F50E-44B7-9362-BCF38D43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65D0F-62F9-46FA-9B51-B82CEA25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25160-65C7-4B92-9E2C-6E688DCD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Diseñar medio sumador, sumador completo y restadores.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F8A03-C1C0-4AEC-B7B9-A3D09B37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0E820-7197-45FF-B977-E954A932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CD62B-B85B-4DD9-8725-30E745DE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E690C-4906-4BF1-9CB5-41B45191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C22C6-0BBA-4093-B093-9034E4C0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Integrar una función aritmética útil al proyecto.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7A3F3-30A3-406F-9D6A-7504F98F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Evidencia: preinforme/trabajo en clase + mediciones + informe + aporte individual.</a:t>
            </a:r>
          </a:p>
        </p:txBody>
      </p:sp>
    </p:spTree>
    <p:extLst>
      <p:ext uri="{BB962C8B-B14F-4D97-AF65-F5344CB8AC3E}">
        <p14:creationId xmlns:p14="http://schemas.microsoft.com/office/powerpoint/2010/main" val="2108811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FF9757-EFE6-4B44-8702-66032BC4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CONCEPTOS ESENCIALES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0A0D7-C9E9-4ADB-91F7-B0F2450F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Cuatro ideas para explicar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BAFB5-C882-4B49-ABE1-8A4BE3CE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68BEE-9828-4DAA-8E95-90FE1781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FD058-BE71-4120-92DE-ECEAD7AE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75320-6E8B-4A3A-935D-CE0D5FA2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08C46-054E-497E-B1F9-B08B2061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849C5-25F3-44C6-B561-B73282EA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XOR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E070E-661A-4D9F-A101-F3D1CBB0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Es 1 cuando las entradas son diferentes.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30863-E846-44C9-BE87-B85CAD6C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CE550-095E-4B0D-B93D-323A47AB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05200-37A3-4A1D-96AD-CDB37361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09E54-9E51-4CF5-93E1-B22B58C5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Medio sumador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6B699-F77F-48E3-9B17-9D0E8925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S = A⊕B y C = A·B.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754A6B-7477-48D0-ABBB-9009192A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77044-CC22-47AA-8FAE-5029C344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557BE-6A3A-4622-8947-CFEB284F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05499-D7C1-4DFA-A6E2-6A313781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Sumador completo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BC4BE9-1FBC-412F-A45E-CEFA3B3C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Incluye Cin para encadenar posiciones.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95DBB-CA82-4FB0-9D8C-E20390DC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6F4CBC-629D-448A-8C2D-D1809E12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2FDC42-66C7-4A20-987D-DD71DAED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2153B-BCA7-4719-AE54-7DAEE1C3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Restador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5A0B4C-C899-4EED-BEA4-47201D3F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Genera diferencia y préstamo para operar bits.</a:t>
            </a:r>
          </a:p>
        </p:txBody>
      </p:sp>
    </p:spTree>
    <p:extLst>
      <p:ext uri="{BB962C8B-B14F-4D97-AF65-F5344CB8AC3E}">
        <p14:creationId xmlns:p14="http://schemas.microsoft.com/office/powerpoint/2010/main" val="190019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8FCB4-EEAD-45F5-9E0A-E9806E9D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EJEMPLO GUIADO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52800-EB06-4318-98AD-58147684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Sumador completo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BC568-6ED9-4ACE-804A-0ED786E2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50414-4F1F-404F-9578-8659CD9D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0564B-1C8A-45D0-92F6-31E86BF1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6863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836FA-D3B4-4864-8770-F253DEF2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3886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 = 1 · B = 1 · Cin =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F5BF8-8856-449A-A86B-EF90CB1C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Primero: represente datos, unidades y supuestos.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5A40E-5CC9-42C4-A4FB-2DC3DCB8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56007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3979C-DF75-4805-AF5F-1D176C8F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 = A⊕B⊕Cin · Cout = AB + Cin(A⊕B)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E3AEC-57B4-4E0C-AEFD-3FA45279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648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S = 1 y Cout = 1: resultado binario 11₂.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3062B-B167-45D3-8BEE-9573B325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Pregunta al equipo: ¿qué mediría para comprobarlo y qué resultado haría cambiar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467967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C49BE-3B08-450F-A3EC-42D9EBA4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ACTIVIDAD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AA1B9-5C12-456F-904A-CAE11284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Prediga, contraste y explique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71382-6D46-46EF-980D-9D186BFD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36759-1705-4005-8146-CFE77258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ABDED-1FD8-48E3-BFF8-F1122FA7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13BB2-276F-4DA6-9C1D-583FD206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6DAD4-922E-4CB7-B6DA-A55B69DD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F7065-9015-4190-A28C-6292C348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Derive la tabla antes de usar el integrado.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6D361-AD47-4ECD-A60A-A7F1C8BD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9B66E-1B7B-41F2-BE23-8ECF9606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6D779-D71D-4436-AC37-74E781BA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BC335-D1BE-42BA-81C4-2F787710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Construya el bloque y pruebe los ocho casos.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E4A14-2770-49A1-8A4C-7C0F4E0D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9EE42-4DB9-4268-B20E-7593854D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EFFEA-8704-4C67-9704-E00C4226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4BCAA-B33F-4F61-8895-6049BBFE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Encadene dos posiciones y explique el acarreo.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2CBC2-4ED0-4BF4-983F-1AAA375E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48350"/>
            <a:ext cx="9486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3A0AF-C743-4F6E-8CAA-9DB3DB2E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respuesta debe incluir una razón técnica, no solo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12618602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D79C3-8C5A-4EDE-8767-A8A3710A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PRÁCTICA DE LABORATORIO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1EB2F-33A7-4851-A62F-F2AAC193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267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Laboratorios 04 y 05 · XOR, medio sumador, sumador completo y aplicaciones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6D9FA-172A-47FC-AA2F-C85FD595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1883F-CFC6-4CC7-8801-99E093B2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B8291-1248-44C9-AC51-3E1C4E7C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4953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10617-423B-466C-B985-BB031312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Materiales clave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637AB-574C-406D-930F-0880F72C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CI XOR y compuertas básicas · 74183/74283 si está disponible · LED · simulador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EE3B2-433A-41C2-A4AC-3692285B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28800"/>
            <a:ext cx="55626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9525">
            <a:solidFill>
              <a:srgbClr val="F6A5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65BB0-4DDD-41AA-8C3E-D95B4227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Seguridad y punto de cuidado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9DC35-7040-47E6-99B6-344FC9F7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Compruebe compatibilidad de alimentación y no mezcle familias sin revisar niveles.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8B53B-E0D8-445E-A5C6-EA2F7308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42437-39FF-4FC3-8344-B9E8C326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D848D-EBD6-4B3F-917D-640FF179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Preinforme y trabajo en clase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12E69-FF6C-483E-B162-C53790C4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7C5EE-5E6D-4FB9-AD17-BD504A81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78EB6-165E-4545-A56B-C8C10E28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Informe completo del equipo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29DE9-6650-4E18-A582-54A8D87C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D0DAB-45CF-40CB-9CF5-D0DEE9E7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567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567B5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573DA-1547-4AB6-BB9D-268D39E1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Aporte y sustentación individual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1F700-01EB-4EA8-ACC9-C63106A3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Equipos de 3 · roles rotativos · cada integrante registra qué hizo y qué decisión tomó.</a:t>
            </a:r>
          </a:p>
        </p:txBody>
      </p:sp>
    </p:spTree>
    <p:extLst>
      <p:ext uri="{BB962C8B-B14F-4D97-AF65-F5344CB8AC3E}">
        <p14:creationId xmlns:p14="http://schemas.microsoft.com/office/powerpoint/2010/main" val="12813519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282AC3-9834-4281-8914-0B767656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CONEXIÓN ABP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32619-95E1-424B-B5E2-B3B569F0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¿Qué aporta esta semana al proyecto?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6D555-0F1B-4DED-AD1E-183ADDCD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AA120-AF0D-4A89-8582-CDE37C7F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86788-FB59-4F13-82A3-A0868B39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744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9B09F-6549-43ED-A498-1596E2D4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Iniciar la integración final: usar XOR o una operación aritmética solo si aporta una función verificable a la problemática.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1BFF7-575C-46B5-B2D7-43E8FF69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9E8DF-F77A-45A5-A4E5-12D2358B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80394-1103-4EFA-83EA-70BE92D7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2715A-0AE5-4DF1-B5DF-CB8177F1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69522-DD60-49D4-BB0D-F164D7DB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Decisión técnica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E9ABA-1F5F-4232-9D52-C2780982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44C75-0FDE-4EE6-A484-2B0DEB67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E4B29-7B0A-4521-9DBE-8C910114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DCFC4-E65A-42CB-8A4A-E6124705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79E9B-85CA-44BE-932B-9756425B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97A71-F58D-4001-8846-ECB45E06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Mejora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875FDF-2BFC-422A-9CB7-CD3524FD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El preproyecto orienta y permite corregir; el proyecto final valora la integración final mejorada.</a:t>
            </a:r>
          </a:p>
        </p:txBody>
      </p:sp>
    </p:spTree>
    <p:extLst>
      <p:ext uri="{BB962C8B-B14F-4D97-AF65-F5344CB8AC3E}">
        <p14:creationId xmlns:p14="http://schemas.microsoft.com/office/powerpoint/2010/main" val="1510996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B21CC-CEC4-4E13-A5EE-B7014611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CONCLUSIÓN Y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96A88-ADFE-48D6-815B-146370B7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esencial se convierte en una decisión de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E4EAD-28B3-4545-8C37-D8D502C4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DD0F1-1144-46B8-AB77-99A756E9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08CD9-7714-4265-85B2-1497D4E4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715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Un bloque aritmético tiene valor cuando transforma datos del sistema en una decisión o indicación útil, no cuando se añade por cumplir.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8BD7E-2F6F-4667-844C-A9A12042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715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81911-313C-4289-B939-1C9009AA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Salida breve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¿Qué puedo explicar?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¿Qué evidencia obtuve?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¿Qué debo mejorar en el ABP?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11AF5-DC52-46F4-9A0C-4DB9D85E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46863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7A484-1393-4A85-9C86-5874774B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Próxima conexión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33C7A-1ED7-40CA-962A-86F923E0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848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Comparadores y paridad.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51711-E2D5-4684-86B9-B1DB6EEB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Conserve cálculos, fotos, mediciones y decisiones: serán evidencia del proceso.</a:t>
            </a:r>
          </a:p>
        </p:txBody>
      </p:sp>
    </p:spTree>
    <p:extLst>
      <p:ext uri="{BB962C8B-B14F-4D97-AF65-F5344CB8AC3E}">
        <p14:creationId xmlns:p14="http://schemas.microsoft.com/office/powerpoint/2010/main" val="159107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2026-07-22T15:31:50.6290000Z</dcterms:created>
  <dcterms:modified xsi:type="dcterms:W3CDTF">2026-07-22T15:31:50.6290000Z</dcterms:modified>
</coreProperties>
</file>