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bbb97a05b4bbd" /><Relationship Type="http://schemas.openxmlformats.org/officeDocument/2006/relationships/extended-properties" Target="/docProps/app.xml" Id="R10fdbf762836467c" /><Relationship Type="http://schemas.openxmlformats.org/officeDocument/2006/relationships/officeDocument" Target="/ppt/presentation.xml" Id="R69370689e743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01cbeef996415e"/>
  </p:sldMasterIdLst>
  <p:notesMasterIdLst>
    <p:notesMasterId xmlns:r="http://schemas.openxmlformats.org/officeDocument/2006/relationships" r:id="Rf71646f5c0ef4706"/>
  </p:notesMasterIdLst>
  <p:sldIdLst>
    <p:sldId xmlns:r="http://schemas.openxmlformats.org/officeDocument/2006/relationships" id="256" r:id="R85ce4c69f3d0455e"/>
    <p:sldId xmlns:r="http://schemas.openxmlformats.org/officeDocument/2006/relationships" id="257" r:id="R65aaa68ee2674b3a"/>
    <p:sldId xmlns:r="http://schemas.openxmlformats.org/officeDocument/2006/relationships" id="258" r:id="Rd392778c650e4665"/>
    <p:sldId xmlns:r="http://schemas.openxmlformats.org/officeDocument/2006/relationships" id="259" r:id="Rb789a3ace93d47f5"/>
    <p:sldId xmlns:r="http://schemas.openxmlformats.org/officeDocument/2006/relationships" id="260" r:id="Rcdd2d6d04e9e4b7a"/>
    <p:sldId xmlns:r="http://schemas.openxmlformats.org/officeDocument/2006/relationships" id="261" r:id="R58829f75c4c2498c"/>
    <p:sldId xmlns:r="http://schemas.openxmlformats.org/officeDocument/2006/relationships" id="262" r:id="Rccd2d775d4f34ebe"/>
    <p:sldId xmlns:r="http://schemas.openxmlformats.org/officeDocument/2006/relationships" id="263" r:id="Ref7b562f4c544262"/>
    <p:sldId xmlns:r="http://schemas.openxmlformats.org/officeDocument/2006/relationships" id="264" r:id="R44d2e1c69cbf41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b4fdd7c884f1b" /><Relationship Type="http://schemas.openxmlformats.org/officeDocument/2006/relationships/slideMaster" Target="/ppt/slideMasters/slideMaster1.xml" Id="Ra801cbeef996415e" /><Relationship Type="http://schemas.openxmlformats.org/officeDocument/2006/relationships/notesMaster" Target="/ppt/notesMasters/notesMaster1.xml" Id="Rf71646f5c0ef4706" /><Relationship Type="http://schemas.openxmlformats.org/officeDocument/2006/relationships/presProps" Target="/ppt/presProps.xml" Id="Rb1b36b062530439a" /><Relationship Type="http://schemas.openxmlformats.org/officeDocument/2006/relationships/tableStyles" Target="/ppt/tableStyles.xml" Id="R1d9f233645a049dc" /><Relationship Type="http://schemas.openxmlformats.org/officeDocument/2006/relationships/slide" Target="/ppt/slides/slide1.xml" Id="R85ce4c69f3d0455e" /><Relationship Type="http://schemas.openxmlformats.org/officeDocument/2006/relationships/slide" Target="/ppt/slides/slide2.xml" Id="R65aaa68ee2674b3a" /><Relationship Type="http://schemas.openxmlformats.org/officeDocument/2006/relationships/slide" Target="/ppt/slides/slide3.xml" Id="Rd392778c650e4665" /><Relationship Type="http://schemas.openxmlformats.org/officeDocument/2006/relationships/slide" Target="/ppt/slides/slide4.xml" Id="Rb789a3ace93d47f5" /><Relationship Type="http://schemas.openxmlformats.org/officeDocument/2006/relationships/slide" Target="/ppt/slides/slide5.xml" Id="Rcdd2d6d04e9e4b7a" /><Relationship Type="http://schemas.openxmlformats.org/officeDocument/2006/relationships/slide" Target="/ppt/slides/slide6.xml" Id="R58829f75c4c2498c" /><Relationship Type="http://schemas.openxmlformats.org/officeDocument/2006/relationships/slide" Target="/ppt/slides/slide7.xml" Id="Rccd2d775d4f34ebe" /><Relationship Type="http://schemas.openxmlformats.org/officeDocument/2006/relationships/slide" Target="/ppt/slides/slide8.xml" Id="Ref7b562f4c544262" /><Relationship Type="http://schemas.openxmlformats.org/officeDocument/2006/relationships/slide" Target="/ppt/slides/slide9.xml" Id="R44d2e1c69cbf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4b67fa761b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7317604fec409f" /><Relationship Type="http://schemas.openxmlformats.org/officeDocument/2006/relationships/notesMaster" Target="/ppt/notesMasters/notesMaster1.xml" Id="R376a9780e93043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dfc5d86cda45d6" /><Relationship Type="http://schemas.openxmlformats.org/officeDocument/2006/relationships/notesMaster" Target="/ppt/notesMasters/notesMaster1.xml" Id="R2fa79861d816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17aede7c8b4124" /><Relationship Type="http://schemas.openxmlformats.org/officeDocument/2006/relationships/notesMaster" Target="/ppt/notesMasters/notesMaster1.xml" Id="Ra60096bf095a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f10941245f4fae" /><Relationship Type="http://schemas.openxmlformats.org/officeDocument/2006/relationships/notesMaster" Target="/ppt/notesMasters/notesMaster1.xml" Id="Rcf79112fa86242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18b45c1c014545" /><Relationship Type="http://schemas.openxmlformats.org/officeDocument/2006/relationships/notesMaster" Target="/ppt/notesMasters/notesMaster1.xml" Id="R9b82958ee0934c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04da9d8f6e43d6" /><Relationship Type="http://schemas.openxmlformats.org/officeDocument/2006/relationships/notesMaster" Target="/ppt/notesMasters/notesMaster1.xml" Id="Rf7d346efc81e4f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edfca1f122411e" /><Relationship Type="http://schemas.openxmlformats.org/officeDocument/2006/relationships/notesMaster" Target="/ppt/notesMasters/notesMaster1.xml" Id="Rc80bcfb38663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891c93e564c17" /><Relationship Type="http://schemas.openxmlformats.org/officeDocument/2006/relationships/notesMaster" Target="/ppt/notesMasters/notesMaster1.xml" Id="R96c3c7d1a6f445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56e026f0a34d82" /><Relationship Type="http://schemas.openxmlformats.org/officeDocument/2006/relationships/notesMaster" Target="/ppt/notesMasters/notesMaster1.xml" Id="Rb780b9bbc66a49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a37205b63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1b679b7d640c3" /><Relationship Type="http://schemas.openxmlformats.org/officeDocument/2006/relationships/slideLayout" Target="/ppt/slideLayouts/slideLayout1.xml" Id="R353ca9fdf81544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ca9fdf81544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a385a0a0c4984" /><Relationship Type="http://schemas.openxmlformats.org/officeDocument/2006/relationships/image" Target="/ppt/media/image.jpeg" Id="R633ee355c4be48c2" /><Relationship Type="http://schemas.openxmlformats.org/officeDocument/2006/relationships/notesSlide" Target="/ppt/notesSlides/notesSlide1.xml" Id="R35e80454a973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f07362eb948f3" /><Relationship Type="http://schemas.openxmlformats.org/officeDocument/2006/relationships/notesSlide" Target="/ppt/notesSlides/notesSlide2.xml" Id="R8b2b2566056843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c4488b5f467c" /><Relationship Type="http://schemas.openxmlformats.org/officeDocument/2006/relationships/notesSlide" Target="/ppt/notesSlides/notesSlide3.xml" Id="R10bf2fef55c54f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11405dcf64a0e" /><Relationship Type="http://schemas.openxmlformats.org/officeDocument/2006/relationships/notesSlide" Target="/ppt/notesSlides/notesSlide4.xml" Id="R92b5e6848a0f42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6bbc0398e43a4" /><Relationship Type="http://schemas.openxmlformats.org/officeDocument/2006/relationships/notesSlide" Target="/ppt/notesSlides/notesSlide5.xml" Id="R4f48dfe5c40a45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a1be070444448" /><Relationship Type="http://schemas.openxmlformats.org/officeDocument/2006/relationships/notesSlide" Target="/ppt/notesSlides/notesSlide6.xml" Id="R5b8472010f514f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b0b2565c44100" /><Relationship Type="http://schemas.openxmlformats.org/officeDocument/2006/relationships/notesSlide" Target="/ppt/notesSlides/notesSlide7.xml" Id="R965b564f9377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92ae322c24bbd" /><Relationship Type="http://schemas.openxmlformats.org/officeDocument/2006/relationships/notesSlide" Target="/ppt/notesSlides/notesSlide8.xml" Id="R8a1cb6a35ac04d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4bfe6478d47fd" /><Relationship Type="http://schemas.openxmlformats.org/officeDocument/2006/relationships/notesSlide" Target="/ppt/notesSlides/notesSlide9.xml" Id="R5ba9790ed8ef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6A459-B1D9-4534-84C3-6BDA7BD5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856D2-020B-4A10-AF52-8BA4F16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E6FBF-141A-4D2A-85E9-91065749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Comparadores y paridad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9F00F-623A-41CF-92E4-72891570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13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9631F-00D7-4670-A961-27EDAA2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F8255-C60A-45CE-9157-93802101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 por magnitud y detectar errores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ee355c4be48c2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3D38D-FFC3-4C91-B350-3A9113CD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66C57-19B7-4144-A743-6A8CE38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941447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59961-F767-4CF8-8D20-DCD9F6B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F340E-42AA-4D61-9F1C-FC1154A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46B07-DD6E-4E2D-8098-D80C12A5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AC21E-B323-4BCB-832E-15A6157A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83CA8-0DA7-4F1B-903C-6757118B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Los sumadores procesan datos; ahora necesitamos compararlos y verificar su integridad.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6FA94-9B66-4016-88F5-FA08787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E24DF-479A-46A2-93ED-8DCD9EE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97992-58BF-4D55-BE27-D78E008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A771C-D73D-4C0E-8466-8238B5B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DC428-D4D6-4CA4-B312-D95E88A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D0602-5F5B-43A4-8D73-F5046C7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5CBD7-52F5-4543-8ECA-D4A0381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53EB1-0119-4316-BDA1-4EAC98AA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3461-AB72-4E79-9F6C-A379667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DC747-B4D1-4F68-8726-4D5C5404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A78DE-5319-491A-A97F-5BC4408C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FF5DF-9FDF-4A94-B365-0547F48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98767-CC7C-46C1-B1E9-EEB6241F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576D3-6939-4E65-86BB-F3F3708B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D9AA1-F2B6-4406-979F-6A9DDF32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ABCDA-7686-4C28-B3F8-CFAE4194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D1F26-F78F-4EF3-BB24-167BB07B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90329-59A1-4D15-B9BC-486E5F5C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06: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2060250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C1FF8-E80A-4FF0-BF0F-35D4695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965A6-2873-4A37-A1D3-E745523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00A5D-D79E-4318-80BC-40064F89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44CB-DAB3-4B34-8F2C-6BF470BF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8B4B-C696-4B4A-894F-1727336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69369-C67A-4F0F-A39C-25899FF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2A7A1-D374-45E6-85A3-401FE5A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5CB1C-0662-4BF6-96A9-F48588F0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4C398-7224-4B88-AF3B-BB34EAD0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Diseñar comparadores de igualdad y magnitud.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8D6D0-3799-4F65-AF51-B4B9C87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0C6BE-577C-4D4C-9B8A-D898F0B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999F6-5C2A-448D-990E-E204E74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E0485-FFF0-4B68-A064-CF73B4D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0097E-DE5F-42D8-80EC-BB32CC58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Generar y comprobar paridad par e impar.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9B61D-EBBB-441D-92AB-C972179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E58DD-C867-4F52-AB80-40E1F11D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72088-8B99-4C3F-AF12-BE923CB6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55E15-CAE4-4987-8AC7-47A6A0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78A2-BB28-4AFF-807D-E231381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Validar un avance funcional del ABP con criterios medibles.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12AE2-0D0A-444D-B84A-E9D1230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2076746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E6C47-9FAE-48E1-A511-17F92FA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DCEAB-B323-4D6F-BE3D-A244B94F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BB8DC-6A41-44AD-9F99-D10CF27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AA344-7A7F-4B26-87BD-9492B3C7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B91C8-9AB8-471E-8623-775A903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FDE20-9DC3-451F-BB56-5D8D6274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8A4C6-E937-4162-AC31-C4C7CBD9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149F0-8CED-469A-8FAD-8136C696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Igualdad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FE56A-23F5-402E-83C8-7D5E74A2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XNOR por bit permite comprobar coincidencia.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979F-C0D6-4F73-9A75-9BB1C63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F6AB4-DB9C-4308-8A49-6DC66665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D8F20-28C8-4AA6-8D44-E0186BAC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AABE3-D0A0-4DA7-8D28-9C3B3DB9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Magnitud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68DCC-0607-4D5D-8D4C-D69A180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posición más significativa distinta determina mayor o menor.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5A686-FC23-4B3A-9992-CD15346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6846E-52EB-4AF0-9248-F0D0CEDC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6C042-F017-4249-AA39-A4A4B7CB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B286D-8DFA-458E-AB42-5AAE1CAB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Paridad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A217A-2A70-403F-BE58-4AD2316E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XOR resume si existe un número par o impar de unos.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EB8AC-9F12-4863-8278-04211F7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F3B60-52FB-41A0-9A39-28FFB985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454CD-FD4F-4318-964D-2CD4EF8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B2A3D-6F7A-464E-A8F8-E221CC3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Detección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79446-8BA0-47E7-8BBA-B4AEA3B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paridad detecta algunos errores, pero no los corrige.</a:t>
            </a:r>
          </a:p>
        </p:txBody>
      </p:sp>
    </p:spTree>
    <p:extLst>
      <p:ext uri="{BB962C8B-B14F-4D97-AF65-F5344CB8AC3E}">
        <p14:creationId xmlns:p14="http://schemas.microsoft.com/office/powerpoint/2010/main" val="741938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1444F-CE1D-44E0-AAC6-3752A2A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C6165-28C8-4B6E-9C74-55BD8E5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Comparación de 4 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11A89-545F-4940-ABB2-127B124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ABCF5-5BD3-48E7-A939-75EDC60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A0FE9-905E-475F-A00D-C3AEFAC8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9B914-EB10-413C-9409-6195A307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 = 1010₂ · B = 1001₂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44F10-76DA-4824-951D-D4357D08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79E53-8DF1-4E44-ABAA-621ADF8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065EB-AA62-4540-BD05-B7AB192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desde el bit más significativo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8B399-F052-4546-8DF4-D3F8E99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Los tres primeros coinciden; en el último 1 &gt; 0, por tanto A &gt;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FE441-2E46-4BB0-9954-10D12DA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319126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F5933-4A35-4395-A472-5D0198AE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A8887-26C4-44BF-8D5C-038479CD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699F6-4CF1-4C89-93E1-303D6B3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B54DF-3963-47EB-8F7E-EC1F55AA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1FBF3-E999-46AF-A736-3F248E1A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984A-93AC-4CE8-83E5-5FE5489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1B4B2-A976-4F81-8DF2-2F832689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C9419-79E0-467C-9BFE-7201B24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 A&gt;B, A=B y A&lt;B antes de simular.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63F8C-A28E-41A6-8FE1-6AD59A91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83CFF-C407-49E5-B3AE-48BF2AFA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4D8A7-996F-4972-85BD-592B2B8F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320A5-7EDA-4330-B6DD-5C230E9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Inyecte un error de un bit y observe la paridad.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F311D-43DB-41EC-8117-7CEBD3B1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4C35F-3DA6-4647-B2BF-04263E2D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452D6-8249-487A-8DDA-4B8B0671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C8A25-63D7-4253-B9AB-E5CBC4AA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Explique qué error de dos bits podría pasar inadvertido.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5DAC3-90F8-40FA-9E68-ECD315B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4EF29-831C-4322-97FE-A1E72A4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386090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B0264-7425-4DCC-9B68-B2E0D1F7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93D2C-3C56-42C6-804F-4742382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6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06 · Comparadores de magnitud y generación/comprobación de paridad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BED2-2708-4363-B4FF-E7AAA42B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4E152-0566-4BDA-A9C9-48F83EE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B3D36-B379-4805-AE7B-7086E1A8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DD5EA-C975-4DAE-A7ED-3BFFD15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55FB-461D-4F95-8039-88EE6CE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7485 · 74280 o compuertas XOR/XNOR · interruptores · 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3AC76-9A4E-4FDA-A0AF-19FE9D1B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0F2C6-FAC4-4635-931E-E874E35A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FB469-9D1A-4271-8714-5988F2CB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Inicialice todas las entradas de cascada y verifique salidas activas altas o bajas.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9586-46C1-4933-9A7B-7A04E4B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E09E8-E010-42B9-B8F4-072D37F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7115D-B7A5-46A2-8310-941E7F3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4DE4C-8A00-4678-A16C-B5F3BB6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56E24-10EF-4873-B8E6-B1C6F0F2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16222-0094-4570-9072-FE3AA81C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35928-7631-4744-A33B-55DA9BB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08740-A9DE-4D01-891A-9FEA7EB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F0A0C-84EE-4B4F-919F-244FC1C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6DC87-D748-4ED8-9D85-8DB7E4D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588913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D0A25-B367-4EF6-B846-322D0FB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F39D3-1293-4DEC-A50C-C3EEBBC4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F4B27-4CB3-41C2-95A7-DB9EFCC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B2CFA-D257-4801-B226-8F62125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8F561-72D3-4C80-A845-DEBA200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D95B8-894C-48AB-9CA9-EF39628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Probar un criterio de umbral, prioridad o integridad y documentar un avance funcional reproducible.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42ED3-0F46-4C38-B9BB-C77742E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94EF-C39B-4C6B-B3A8-76664E7A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E19BE-CA5F-45E2-A4DA-57818F7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D21C2-D8EE-457D-BEDA-D863D8E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32ABC-1D97-43D7-A34C-E889B17C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36F16-4511-4FCA-B18E-848E960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5F3A1-D763-44DA-B46F-46DFD5A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E56F1-8738-49FE-B19E-FE705FD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34953-AC56-4F3F-AC64-082D41D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5F68F-20BE-4BD6-976B-83B48F3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371F8-4E8D-4F37-9A62-6050D78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4A5B9-EE16-4B33-AA59-2999141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879691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F8FBA-8631-4248-8197-9AFC6E0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6EE5C-D508-4100-9E6C-B1BC20F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D3CAC-9806-486C-9444-0EDFA266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8EF9D-AA0A-40B4-A95B-CA8A638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ABB95-8A29-4289-98E8-79FE531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Comparar y verificar permite que el proyecto no solo actúe, sino que justifique cuándo actuar y detecte información inconsistente.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3EA56-4C59-494F-983F-7F167D5C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A46F0-4812-406A-9552-A75B617C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6F036-E176-4B3F-86E1-4E55968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E275-415F-42E7-BDD6-3C0E46D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6A8B3-2D47-4603-8BE8-563416A3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Codificación, decodificación y visualización.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A2764-A231-4B94-BEC3-591285E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513892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2026-07-22T15:31:50.8770000Z</dcterms:created>
  <dcterms:modified xsi:type="dcterms:W3CDTF">2026-07-22T15:31:50.8770000Z</dcterms:modified>
</coreProperties>
</file>