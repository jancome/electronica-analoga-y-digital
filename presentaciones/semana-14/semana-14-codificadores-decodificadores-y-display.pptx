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2b0b7decc2466d" /><Relationship Type="http://schemas.openxmlformats.org/officeDocument/2006/relationships/extended-properties" Target="/docProps/app.xml" Id="R07ff856143874098" /><Relationship Type="http://schemas.openxmlformats.org/officeDocument/2006/relationships/officeDocument" Target="/ppt/presentation.xml" Id="R50cd401de9fe40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a79d2be2024dfe"/>
  </p:sldMasterIdLst>
  <p:notesMasterIdLst>
    <p:notesMasterId xmlns:r="http://schemas.openxmlformats.org/officeDocument/2006/relationships" r:id="Rec61f0b3ff7c4198"/>
  </p:notesMasterIdLst>
  <p:sldIdLst>
    <p:sldId xmlns:r="http://schemas.openxmlformats.org/officeDocument/2006/relationships" id="256" r:id="Rd47d335052e74e30"/>
    <p:sldId xmlns:r="http://schemas.openxmlformats.org/officeDocument/2006/relationships" id="257" r:id="R4787d9dc02614feb"/>
    <p:sldId xmlns:r="http://schemas.openxmlformats.org/officeDocument/2006/relationships" id="258" r:id="R47c5f2d2a23c4af8"/>
    <p:sldId xmlns:r="http://schemas.openxmlformats.org/officeDocument/2006/relationships" id="259" r:id="R50792bec5ff34929"/>
    <p:sldId xmlns:r="http://schemas.openxmlformats.org/officeDocument/2006/relationships" id="260" r:id="R2a7a92f7fcc149e5"/>
    <p:sldId xmlns:r="http://schemas.openxmlformats.org/officeDocument/2006/relationships" id="261" r:id="R75ad059d5c5341fa"/>
    <p:sldId xmlns:r="http://schemas.openxmlformats.org/officeDocument/2006/relationships" id="262" r:id="Rd6ca62ac040f4dff"/>
    <p:sldId xmlns:r="http://schemas.openxmlformats.org/officeDocument/2006/relationships" id="263" r:id="Rdc7ed3a10141417b"/>
    <p:sldId xmlns:r="http://schemas.openxmlformats.org/officeDocument/2006/relationships" id="264" r:id="Ra15d0b2465124f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62b0ee76a9403d" /><Relationship Type="http://schemas.openxmlformats.org/officeDocument/2006/relationships/slideMaster" Target="/ppt/slideMasters/slideMaster1.xml" Id="Rffa79d2be2024dfe" /><Relationship Type="http://schemas.openxmlformats.org/officeDocument/2006/relationships/notesMaster" Target="/ppt/notesMasters/notesMaster1.xml" Id="Rec61f0b3ff7c4198" /><Relationship Type="http://schemas.openxmlformats.org/officeDocument/2006/relationships/presProps" Target="/ppt/presProps.xml" Id="Rdc5c447596384d56" /><Relationship Type="http://schemas.openxmlformats.org/officeDocument/2006/relationships/tableStyles" Target="/ppt/tableStyles.xml" Id="R5711867379c24a94" /><Relationship Type="http://schemas.openxmlformats.org/officeDocument/2006/relationships/slide" Target="/ppt/slides/slide1.xml" Id="Rd47d335052e74e30" /><Relationship Type="http://schemas.openxmlformats.org/officeDocument/2006/relationships/slide" Target="/ppt/slides/slide2.xml" Id="R4787d9dc02614feb" /><Relationship Type="http://schemas.openxmlformats.org/officeDocument/2006/relationships/slide" Target="/ppt/slides/slide3.xml" Id="R47c5f2d2a23c4af8" /><Relationship Type="http://schemas.openxmlformats.org/officeDocument/2006/relationships/slide" Target="/ppt/slides/slide4.xml" Id="R50792bec5ff34929" /><Relationship Type="http://schemas.openxmlformats.org/officeDocument/2006/relationships/slide" Target="/ppt/slides/slide5.xml" Id="R2a7a92f7fcc149e5" /><Relationship Type="http://schemas.openxmlformats.org/officeDocument/2006/relationships/slide" Target="/ppt/slides/slide6.xml" Id="R75ad059d5c5341fa" /><Relationship Type="http://schemas.openxmlformats.org/officeDocument/2006/relationships/slide" Target="/ppt/slides/slide7.xml" Id="Rd6ca62ac040f4dff" /><Relationship Type="http://schemas.openxmlformats.org/officeDocument/2006/relationships/slide" Target="/ppt/slides/slide8.xml" Id="Rdc7ed3a10141417b" /><Relationship Type="http://schemas.openxmlformats.org/officeDocument/2006/relationships/slide" Target="/ppt/slides/slide9.xml" Id="Ra15d0b2465124f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a53a5ce80c4c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b3ea4f996f4359" /><Relationship Type="http://schemas.openxmlformats.org/officeDocument/2006/relationships/notesMaster" Target="/ppt/notesMasters/notesMaster1.xml" Id="Rd26edd440f9f44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e2d2db041940d9" /><Relationship Type="http://schemas.openxmlformats.org/officeDocument/2006/relationships/notesMaster" Target="/ppt/notesMasters/notesMaster1.xml" Id="Rdb4856782e3b41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c6cc1a9e0141de" /><Relationship Type="http://schemas.openxmlformats.org/officeDocument/2006/relationships/notesMaster" Target="/ppt/notesMasters/notesMaster1.xml" Id="R42b0a067f8cd4c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9fd349b7db4198" /><Relationship Type="http://schemas.openxmlformats.org/officeDocument/2006/relationships/notesMaster" Target="/ppt/notesMasters/notesMaster1.xml" Id="R96be2acc315c43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b39c439c8248c0" /><Relationship Type="http://schemas.openxmlformats.org/officeDocument/2006/relationships/notesMaster" Target="/ppt/notesMasters/notesMaster1.xml" Id="Rdbb032878b1f44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e9dbaa19be49e6" /><Relationship Type="http://schemas.openxmlformats.org/officeDocument/2006/relationships/notesMaster" Target="/ppt/notesMasters/notesMaster1.xml" Id="Rfceb9f2a829348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b9f8d971a74f4a" /><Relationship Type="http://schemas.openxmlformats.org/officeDocument/2006/relationships/notesMaster" Target="/ppt/notesMasters/notesMaster1.xml" Id="R29dfbf250f3448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79296f65fe4a39" /><Relationship Type="http://schemas.openxmlformats.org/officeDocument/2006/relationships/notesMaster" Target="/ppt/notesMasters/notesMaster1.xml" Id="R2caafbb0fc3646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6842fdd9364509" /><Relationship Type="http://schemas.openxmlformats.org/officeDocument/2006/relationships/notesMaster" Target="/ppt/notesMasters/notesMaster1.xml" Id="Rec6d2cf9dc4a4b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f03074cf04e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9dd48e62554555" /><Relationship Type="http://schemas.openxmlformats.org/officeDocument/2006/relationships/slideLayout" Target="/ppt/slideLayouts/slideLayout1.xml" Id="R664d1c37ccc742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4d1c37ccc742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7c4b181df48f3" /><Relationship Type="http://schemas.openxmlformats.org/officeDocument/2006/relationships/image" Target="/ppt/media/image.jpeg" Id="Ref003dc053ef4e7a" /><Relationship Type="http://schemas.openxmlformats.org/officeDocument/2006/relationships/notesSlide" Target="/ppt/notesSlides/notesSlide1.xml" Id="R35f3e00192f04f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de32ba3654c5e" /><Relationship Type="http://schemas.openxmlformats.org/officeDocument/2006/relationships/notesSlide" Target="/ppt/notesSlides/notesSlide2.xml" Id="Ra72404dff7204c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ed01c7c6442b0" /><Relationship Type="http://schemas.openxmlformats.org/officeDocument/2006/relationships/notesSlide" Target="/ppt/notesSlides/notesSlide3.xml" Id="Ra2536cb362bd4e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9f91230aa4c3c" /><Relationship Type="http://schemas.openxmlformats.org/officeDocument/2006/relationships/notesSlide" Target="/ppt/notesSlides/notesSlide4.xml" Id="R1aa5bd449d0f48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8da4b957a4583" /><Relationship Type="http://schemas.openxmlformats.org/officeDocument/2006/relationships/notesSlide" Target="/ppt/notesSlides/notesSlide5.xml" Id="R6e82b8655a144f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063fefb1d45dd" /><Relationship Type="http://schemas.openxmlformats.org/officeDocument/2006/relationships/notesSlide" Target="/ppt/notesSlides/notesSlide6.xml" Id="R132978f1db094c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7352a461a409f" /><Relationship Type="http://schemas.openxmlformats.org/officeDocument/2006/relationships/notesSlide" Target="/ppt/notesSlides/notesSlide7.xml" Id="R20372fddc0214f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2e7d8519e46c3" /><Relationship Type="http://schemas.openxmlformats.org/officeDocument/2006/relationships/notesSlide" Target="/ppt/notesSlides/notesSlide8.xml" Id="R446f8d5bffc649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5632efe484679" /><Relationship Type="http://schemas.openxmlformats.org/officeDocument/2006/relationships/notesSlide" Target="/ppt/notesSlides/notesSlide9.xml" Id="R720a404cf73544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3157A-F455-4143-A5AA-95BF2554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87439-FE5A-4DAC-9D79-9EAE763B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ELECTRÓNICA ANALÓGICA Y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9FA78-F6F3-4129-9F81-2900BE39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89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Codificadores, decodificadores y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5EB73-9675-4B7C-8AA8-1932C448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14 · Ingeniería Eléctrica · 2026-2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96BF9-6AD3-48F8-84DD-96DA1E74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41419-D1BD-4AAC-B76B-4B2CB1B1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Traducir estados para que el sistema y la persona se entiendan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03dc053ef4e7a"/>
          <a:srcRect xmlns:a="http://schemas.openxmlformats.org/drawingml/2006/main" l="14848" t="0" r="148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40DB2-2291-493C-B373-9F7BB11A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531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>
              <a:alpha val="7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D05F2-851B-4C49-973B-6A1335E2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81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Foto/diagrama: Haragayato · Wikimedia Commons · GFDL</a:t>
            </a:r>
          </a:p>
        </p:txBody>
      </p:sp>
    </p:spTree>
    <p:extLst>
      <p:ext uri="{BB962C8B-B14F-4D97-AF65-F5344CB8AC3E}">
        <p14:creationId xmlns:p14="http://schemas.microsoft.com/office/powerpoint/2010/main" val="844164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D586F5-0AE0-46AB-B9A8-46CD4BCE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INTRODUCCIÓN Y RUTA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72E8E-A6CE-4CEA-8C97-97EC3433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que conectamos y lo que haremos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ACD71-F4F4-4742-9F34-6211C916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5395D-11AF-4108-AFCE-C3833D6E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8F56F-1C37-4587-8B7D-AA5CC446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El sistema ya puede comparar datos; ahora debe codificarlos y comunicar su estado.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8ACFC-5AB3-4F6E-AA25-C730C615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CAC2A-CFE9-4A9C-B95C-EDC6D309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02732-A12A-4FF4-9199-4454C8DF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B7E90-3D32-45DF-9EC3-91F4F120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4A51C-0AE0-4DEE-89ED-5BD3E74D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6F9E4-3887-48B6-9AFE-21A9A1FF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EF1DD-FA3A-4160-8493-77E1EB1F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EB892-4150-4B61-B399-0BC845F3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D0369-1259-4296-BA3B-B68AB875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BDB62-A677-4C63-A5EB-07A1733C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33E4E4-3947-43FA-B9C6-DA81D01E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7198E-B484-4F78-93AB-3DB64520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Experimentar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A0079-F2AD-4D8C-811D-F4D6A2BE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98C0B-9118-4DAB-93CD-4E1E947F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2A7A5-6D89-4580-8171-AE80E602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865A5D-6763-493F-AA2A-2C0C4CE5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Conectar con ABP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6A2919-5156-48AA-8713-FF56674E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02870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43EC4C-3876-4972-A535-7B07B360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Hoy hay Laboratorio 07: teoría breve, predicción, montaje, medición y análisis.</a:t>
            </a:r>
          </a:p>
        </p:txBody>
      </p:sp>
    </p:spTree>
    <p:extLst>
      <p:ext uri="{BB962C8B-B14F-4D97-AF65-F5344CB8AC3E}">
        <p14:creationId xmlns:p14="http://schemas.microsoft.com/office/powerpoint/2010/main" val="1355659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728ED-7F2E-47C8-9768-A68F2E67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OBJETIVOS DE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44240-9DBD-4352-A9F8-E446850E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Al finalizar esta semana podrás…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16189-AF73-4CDA-A201-149E89DA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591C8-48E7-4D1D-946A-6966CE91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B4F52-24EC-455E-9712-BA3A098B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F1B19-526D-4F8A-8269-43078BA2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A0892-754A-4C56-8B05-D2020F26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5C1A9-2C1C-4ABB-BB17-3E4BD296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26BE3-E9EA-43E6-8098-8CD40B3D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Distinguir codificador, prioridad y decodificador.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E2F37-B094-43E8-97E6-E8DDDDAA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3AFD6-CDCB-420A-86BA-32D31EEE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30AED-A13C-4B61-9333-27B8D8B5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F4FC1-FCD0-42F4-AC61-89126824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D16E5-6427-4955-BB30-294150DB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Conectar BCD con un display de 7 segmentos.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2C588-459F-4FF1-960F-A6CE75C8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3DDBD-7C65-4B53-8D12-3CFAC108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20371-B534-4C0A-BA9F-F9CEB0A0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832C9-0EDD-482F-A652-9716C2DD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DD81C-0ADA-4BE1-8628-FBA14A65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Realizar la primera revisión formal del proyecto integrado.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5F900-8056-41F5-994A-26479FCF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Evidencia: preinforme/trabajo en clase + mediciones + informe + aporte individual.</a:t>
            </a:r>
          </a:p>
        </p:txBody>
      </p:sp>
    </p:spTree>
    <p:extLst>
      <p:ext uri="{BB962C8B-B14F-4D97-AF65-F5344CB8AC3E}">
        <p14:creationId xmlns:p14="http://schemas.microsoft.com/office/powerpoint/2010/main" val="7092133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E46055-FAAC-4B50-AD66-FAA3448B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CONCEPTOS ESENCIALES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22857-2E14-4C09-8E24-B3C0FD04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Cuatro ideas para explicar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35DB7-0628-40AE-B665-C27A7EB9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98980-3309-45E5-9024-3A779FB2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51036-FB9C-4AA7-8D44-8C4EDD12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05E43-4DB0-4FFA-832E-09C04C48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3FDA4-B06C-4B1D-8396-A3D135D2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4AD6E-E2D1-47B3-BC2C-AE5E4EC3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Codificador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98440-D156-483B-AE5D-DB06705C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Convierte una entrada activa en un código más compacto.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2D73B-7890-43C6-89C6-76057835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B07B0-7B4B-473F-88FD-69C9D6E6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49D22-286C-40CC-855F-858B6D38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D9CB7-13F2-423B-A99C-73AB798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Prioridad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E2D0D-A2A9-401A-A598-B525621C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Resuelve el caso de varias entradas activas.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D32A64-F824-4BFC-83E1-88B1CA18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D7C14-B113-4B60-A949-77D0BF06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365FC-99BC-481B-B412-CF780D1E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3EB91-8C56-4796-87FA-B0BA6B77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Decodificador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D23DEB-3B24-4576-B5CF-A3382FF6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Activa una salida asociada a un código de entrada.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709416-13B7-4132-8606-181D8EAE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2EE838-9288-4F37-B22A-E0DA5DDF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5C73C6-89B5-4D0B-AA22-C08727AC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EC7D04-30B6-43B2-B3BF-A5D21FAD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Display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09C698-4E87-48F6-817A-D4EE17A7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El tipo de conexión y las salidas activas bajas determinan el cableado.</a:t>
            </a:r>
          </a:p>
        </p:txBody>
      </p:sp>
    </p:spTree>
    <p:extLst>
      <p:ext uri="{BB962C8B-B14F-4D97-AF65-F5344CB8AC3E}">
        <p14:creationId xmlns:p14="http://schemas.microsoft.com/office/powerpoint/2010/main" val="1521900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66993-359C-4AD3-B8D9-91ACF16B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EJEMPLO GUIADO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59A10-1AF3-4C20-B292-791B6059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BCD a 7 segmentos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D3E45-151C-4595-A3A0-5ED9228A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7E7F8-0161-426E-88E3-C74FD2C4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AC58E-0373-444A-9270-90D6087A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6863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FFA6A-47E2-4E65-8960-AE1B0608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3886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Entrada BCD = 0101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68523-1D9C-45FD-9A71-5C0131A8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Primero: represente datos, unidades y supuestos.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A9545-E1FE-4646-A3E5-D7C519B2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56007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88A60-FD7A-43D1-9A2C-10860506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decodificador activa a, f, g, c y 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9484C-B9C1-484C-A13A-61CD8179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648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El display representa 5; verifique ánodo/cátodo común y resistencias.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927AD-9176-4738-8191-2B1310B9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Pregunta al equipo: ¿qué mediría para comprobarlo y qué resultado haría cambiar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559519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D24F0-EAAD-4DEB-BF45-1627360F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ACTIVIDAD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C51FC-8B95-42A7-BBC4-EFE3DB4F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Prediga, contraste y explique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9E724-B80A-473D-9A4E-080F4D33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A63C2-ADB2-4C76-A7B0-F610A3AB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24304-C551-43C1-B830-070835BC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0ED26-1787-4718-9BE1-02B8C9A5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831EF-B2C2-49C8-B04F-8C78A941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DA438-41CF-4629-94A4-BF5F9DA9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Identifique entradas y salidas activas bajas en la hoja de datos.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F7696-D0BA-4337-80CC-3B728C1F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5A6ED-819C-4EA7-A564-DB106D57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64A79-A01A-4F5C-829B-232FB21F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44FA7-CD09-4F24-A1F2-DC307655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Pruebe códigos válidos y no válidos.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61C5B-5F79-4E61-8085-E4D440BC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CC54D-789A-4238-862A-E061FCB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F2365-26D0-423F-ADC9-AFE4A355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90929-E1D4-4E25-AD18-7C2A4026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Explique qué información aporta el display al usuario.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4817E-6BC4-461F-BA9E-003749A4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48350"/>
            <a:ext cx="9486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D3ED7-0DD5-4609-9E39-7E4FEDC2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respuesta debe incluir una razón técnica, no solo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5033994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C46576-D7DD-4908-A0C3-E4A3E8E7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PRÁCTICA DE LABORATORIO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75438-69D3-44BC-B8F7-A3738F81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73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Laboratorio 07 · Codificadores, prioridad, decodificadores y 7 segmentos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820D6-70A2-48F8-ABDF-F84E4B8E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CD888-000A-4E20-8F54-A5A4600C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E9CB9-BE9C-44CA-9024-0A6B46FB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4953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29475-433D-4710-812B-AFCB1FD8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Materiales clave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30441-2CDF-483A-BD89-8E2E56A0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74147/74148 · 74154 · 7447 · display · resistencias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BA942-B197-4EE4-BF3D-FF08E0E9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28800"/>
            <a:ext cx="55626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9525">
            <a:solidFill>
              <a:srgbClr val="F6A5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3622D-FC51-4800-99D9-1C4365F6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Seguridad y punto de cuidado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B8188-BFC6-4AF8-90F4-8F44677E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Use una resistencia por segmento y confirme el tipo de display antes de energizar.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4EBCA-CAF7-4E65-9C2B-72060BFE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B08D5-D371-4522-92E5-73F625A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3F598-C4B9-4F4C-8D09-55913617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Preinforme y trabajo en clase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657BF-3E0F-4D11-9C9C-88ED4FE9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983A9-87C3-43CD-9A98-C4EA2D8D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D1C43-C3EE-4C9B-9A80-58AE20C2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Informe completo del equipo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E3AD1-C89B-49B4-A595-36766E1A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13C580-0539-4C8E-A8ED-37C6E5CE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567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567B5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501EE-4E70-4099-9A4C-0529F6CE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Aporte y sustentación individual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4B1C6C-584E-461E-A42C-7348F033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Equipos de 3 · roles rotativos · cada integrante registra qué hizo y qué decisión tomó.</a:t>
            </a:r>
          </a:p>
        </p:txBody>
      </p:sp>
    </p:spTree>
    <p:extLst>
      <p:ext uri="{BB962C8B-B14F-4D97-AF65-F5344CB8AC3E}">
        <p14:creationId xmlns:p14="http://schemas.microsoft.com/office/powerpoint/2010/main" val="11823541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C7EF5F-694B-4B89-A203-552C5F7C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CONEXIÓN ABP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FB173-10DF-44CD-93F6-2992C940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¿Qué aporta esta semana al proyecto?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A1CC7-809A-453E-B48D-4AFD4D4D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F9080-C6C3-41E6-9B3B-71228284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B9028-6F0B-4B30-8937-B5DAA452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744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8EA15-E503-4591-9384-FC774389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Primera revisión formal: problema, diagrama de bloques, evidencia funcional, visualización y lista priorizada de correcciones.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A56CC-553F-4FD1-8768-24478B3A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8B8D8-7AFC-4D6E-9200-486E69A0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C24C5-F8D1-4B82-A1E1-6427C64D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1783C-3E1D-4A9F-A06A-E596C719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B1032-1FAD-42BB-AAF7-F39B3BE3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Decisión técnica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E4B00-5AAF-454A-B0A7-5ACFBA1A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AE983-ED99-4142-9ED5-5DD4DA9C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B59A6-B005-4F6C-9BEA-48FCE500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BE9B3-7BA3-40D9-90B8-10E3503E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66ADC-EFEE-4216-9A21-6A670414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3E144-0599-4700-AC89-D55BE732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Mejora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0258C-0431-476E-A52B-41F1B016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El preproyecto orienta y permite corregir; el proyecto final valora la integración final mejorada.</a:t>
            </a:r>
          </a:p>
        </p:txBody>
      </p:sp>
    </p:spTree>
    <p:extLst>
      <p:ext uri="{BB962C8B-B14F-4D97-AF65-F5344CB8AC3E}">
        <p14:creationId xmlns:p14="http://schemas.microsoft.com/office/powerpoint/2010/main" val="16434614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519E1-B365-4681-BBE1-243D32B2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CONCLUSIÓN Y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E7144-3C69-46A1-BC89-78828CF3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esencial se convierte en una decisión de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0CA66-3585-40E6-BB41-774DE9B8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C959F-5F52-4CCF-A3A3-912B4F54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C11E4-4D36-434A-A8E8-E58E0EA3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715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Una buena interfaz no adorna el circuito: traduce el estado técnico en información que permite decidir y actuar.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C75F7-0D72-4A43-8718-A4FBDA5F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715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E6252-5DCE-481D-8C47-58EFBE91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Salida breve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¿Qué puedo explicar?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¿Qué evidencia obtuve?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¿Qué debo mejorar en el ABP?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6C8EF-438D-40FC-879B-C783DBB7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46863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B4AF2-4E91-485B-A61D-8D7F83DC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Próxima conexión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335ED-9B1A-4EC2-98B6-673BF31C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848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MUX, DEMUX y muestra de proyectos.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B0C2E-88F1-4DEA-9027-69B1982B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Conserve cálculos, fotos, mediciones y decisiones: serán evidencia del proceso.</a:t>
            </a:r>
          </a:p>
        </p:txBody>
      </p:sp>
    </p:spTree>
    <p:extLst>
      <p:ext uri="{BB962C8B-B14F-4D97-AF65-F5344CB8AC3E}">
        <p14:creationId xmlns:p14="http://schemas.microsoft.com/office/powerpoint/2010/main" val="1989213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2026-07-22T15:31:51.1250000Z</dcterms:created>
  <dcterms:modified xsi:type="dcterms:W3CDTF">2026-07-22T15:31:51.1250000Z</dcterms:modified>
</coreProperties>
</file>