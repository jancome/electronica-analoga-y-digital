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b5961558a34ee2" /><Relationship Type="http://schemas.openxmlformats.org/officeDocument/2006/relationships/extended-properties" Target="/docProps/app.xml" Id="Ra3f3d4f1cb0a4109" /><Relationship Type="http://schemas.openxmlformats.org/officeDocument/2006/relationships/officeDocument" Target="/ppt/presentation.xml" Id="R4c2e37728d5f48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3cd8ed008a430e"/>
  </p:sldMasterIdLst>
  <p:notesMasterIdLst>
    <p:notesMasterId xmlns:r="http://schemas.openxmlformats.org/officeDocument/2006/relationships" r:id="R944d8e079f4f43f4"/>
  </p:notesMasterIdLst>
  <p:sldIdLst>
    <p:sldId xmlns:r="http://schemas.openxmlformats.org/officeDocument/2006/relationships" id="256" r:id="R0b86c2a7a3dc487c"/>
    <p:sldId xmlns:r="http://schemas.openxmlformats.org/officeDocument/2006/relationships" id="257" r:id="R61acf95176de4c12"/>
    <p:sldId xmlns:r="http://schemas.openxmlformats.org/officeDocument/2006/relationships" id="258" r:id="R46127a7253bf4803"/>
    <p:sldId xmlns:r="http://schemas.openxmlformats.org/officeDocument/2006/relationships" id="259" r:id="Rf98e8c8b7e204bd4"/>
    <p:sldId xmlns:r="http://schemas.openxmlformats.org/officeDocument/2006/relationships" id="260" r:id="R28ca989be8724a4b"/>
    <p:sldId xmlns:r="http://schemas.openxmlformats.org/officeDocument/2006/relationships" id="261" r:id="R410fc06c1e944309"/>
    <p:sldId xmlns:r="http://schemas.openxmlformats.org/officeDocument/2006/relationships" id="262" r:id="R7945b954dccf4b32"/>
    <p:sldId xmlns:r="http://schemas.openxmlformats.org/officeDocument/2006/relationships" id="263" r:id="Rc9551bf569bd4f21"/>
    <p:sldId xmlns:r="http://schemas.openxmlformats.org/officeDocument/2006/relationships" id="264" r:id="Ra695107c8a2a42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809a3f9ebd4ed9" /><Relationship Type="http://schemas.openxmlformats.org/officeDocument/2006/relationships/slideMaster" Target="/ppt/slideMasters/slideMaster1.xml" Id="R0b3cd8ed008a430e" /><Relationship Type="http://schemas.openxmlformats.org/officeDocument/2006/relationships/notesMaster" Target="/ppt/notesMasters/notesMaster1.xml" Id="R944d8e079f4f43f4" /><Relationship Type="http://schemas.openxmlformats.org/officeDocument/2006/relationships/presProps" Target="/ppt/presProps.xml" Id="Rd0f31f16c2154ffa" /><Relationship Type="http://schemas.openxmlformats.org/officeDocument/2006/relationships/tableStyles" Target="/ppt/tableStyles.xml" Id="Rd43b48cf3582427d" /><Relationship Type="http://schemas.openxmlformats.org/officeDocument/2006/relationships/slide" Target="/ppt/slides/slide1.xml" Id="R0b86c2a7a3dc487c" /><Relationship Type="http://schemas.openxmlformats.org/officeDocument/2006/relationships/slide" Target="/ppt/slides/slide2.xml" Id="R61acf95176de4c12" /><Relationship Type="http://schemas.openxmlformats.org/officeDocument/2006/relationships/slide" Target="/ppt/slides/slide3.xml" Id="R46127a7253bf4803" /><Relationship Type="http://schemas.openxmlformats.org/officeDocument/2006/relationships/slide" Target="/ppt/slides/slide4.xml" Id="Rf98e8c8b7e204bd4" /><Relationship Type="http://schemas.openxmlformats.org/officeDocument/2006/relationships/slide" Target="/ppt/slides/slide5.xml" Id="R28ca989be8724a4b" /><Relationship Type="http://schemas.openxmlformats.org/officeDocument/2006/relationships/slide" Target="/ppt/slides/slide6.xml" Id="R410fc06c1e944309" /><Relationship Type="http://schemas.openxmlformats.org/officeDocument/2006/relationships/slide" Target="/ppt/slides/slide7.xml" Id="R7945b954dccf4b32" /><Relationship Type="http://schemas.openxmlformats.org/officeDocument/2006/relationships/slide" Target="/ppt/slides/slide8.xml" Id="Rc9551bf569bd4f21" /><Relationship Type="http://schemas.openxmlformats.org/officeDocument/2006/relationships/slide" Target="/ppt/slides/slide9.xml" Id="Ra695107c8a2a42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44bfd1ea2646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35e7e672f5491b" /><Relationship Type="http://schemas.openxmlformats.org/officeDocument/2006/relationships/notesMaster" Target="/ppt/notesMasters/notesMaster1.xml" Id="R926be4457def40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dd2c8c94854be1" /><Relationship Type="http://schemas.openxmlformats.org/officeDocument/2006/relationships/notesMaster" Target="/ppt/notesMasters/notesMaster1.xml" Id="R4d74fd62cf0d40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722aeb6d5b4a51" /><Relationship Type="http://schemas.openxmlformats.org/officeDocument/2006/relationships/notesMaster" Target="/ppt/notesMasters/notesMaster1.xml" Id="R40b592d9e70242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c6576d2e0e41de" /><Relationship Type="http://schemas.openxmlformats.org/officeDocument/2006/relationships/notesMaster" Target="/ppt/notesMasters/notesMaster1.xml" Id="Rba038ba7b10241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df448d625c4ed2" /><Relationship Type="http://schemas.openxmlformats.org/officeDocument/2006/relationships/notesMaster" Target="/ppt/notesMasters/notesMaster1.xml" Id="Ref3378b9cfe345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df73ed80174a66" /><Relationship Type="http://schemas.openxmlformats.org/officeDocument/2006/relationships/notesMaster" Target="/ppt/notesMasters/notesMaster1.xml" Id="R69eee24aead349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6ece11b6b34407" /><Relationship Type="http://schemas.openxmlformats.org/officeDocument/2006/relationships/notesMaster" Target="/ppt/notesMasters/notesMaster1.xml" Id="R88482de0c7b34c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713e3a0ae14e3b" /><Relationship Type="http://schemas.openxmlformats.org/officeDocument/2006/relationships/notesMaster" Target="/ppt/notesMasters/notesMaster1.xml" Id="Reee2e2da83254d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59e523855a45e5" /><Relationship Type="http://schemas.openxmlformats.org/officeDocument/2006/relationships/notesMaster" Target="/ppt/notesMasters/notesMaster1.xml" Id="Rae1612b7e67b4f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827f1148b43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6484c6514941be" /><Relationship Type="http://schemas.openxmlformats.org/officeDocument/2006/relationships/slideLayout" Target="/ppt/slideLayouts/slideLayout1.xml" Id="R37e30cb38ff245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e30cb38ff245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bfad9df9143be" /><Relationship Type="http://schemas.openxmlformats.org/officeDocument/2006/relationships/image" Target="/ppt/media/image.jpeg" Id="Rb8c6f520f46f486f" /><Relationship Type="http://schemas.openxmlformats.org/officeDocument/2006/relationships/notesSlide" Target="/ppt/notesSlides/notesSlide1.xml" Id="R16c11a82611a4b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8512f155845e8" /><Relationship Type="http://schemas.openxmlformats.org/officeDocument/2006/relationships/notesSlide" Target="/ppt/notesSlides/notesSlide2.xml" Id="R750145aae55f4e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8407d1390453f" /><Relationship Type="http://schemas.openxmlformats.org/officeDocument/2006/relationships/notesSlide" Target="/ppt/notesSlides/notesSlide3.xml" Id="R286fbb77c3f543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ec56967834a88" /><Relationship Type="http://schemas.openxmlformats.org/officeDocument/2006/relationships/notesSlide" Target="/ppt/notesSlides/notesSlide4.xml" Id="Ra3b2df410b7341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572bcfcc841c7" /><Relationship Type="http://schemas.openxmlformats.org/officeDocument/2006/relationships/notesSlide" Target="/ppt/notesSlides/notesSlide5.xml" Id="Rc0eac45cbab54e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1f11de1874b19" /><Relationship Type="http://schemas.openxmlformats.org/officeDocument/2006/relationships/notesSlide" Target="/ppt/notesSlides/notesSlide6.xml" Id="R4bd6e43e1dc84b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d08b4eb844dd2" /><Relationship Type="http://schemas.openxmlformats.org/officeDocument/2006/relationships/notesSlide" Target="/ppt/notesSlides/notesSlide7.xml" Id="R8d245450ffc845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9a52d5e954006" /><Relationship Type="http://schemas.openxmlformats.org/officeDocument/2006/relationships/notesSlide" Target="/ppt/notesSlides/notesSlide8.xml" Id="Raf1b1fbcc08648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e06fcda24429e" /><Relationship Type="http://schemas.openxmlformats.org/officeDocument/2006/relationships/notesSlide" Target="/ppt/notesSlides/notesSlide9.xml" Id="R5810424a8ccc44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E0912-EAA1-443B-AD54-8E496E60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84B28-F81E-47F6-AB88-24C438AA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D0278-88F2-4996-86D5-B24B51AF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636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Multiplexores, demultiplexores y muestra ABP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63BA7-2023-450A-808D-66844B25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15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D0290-D1B4-43C6-AD18-57070681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93375-8210-4797-B1CA-28910831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Seleccionar información y demostrar una solución integrada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6f520f46f486f"/>
          <a:srcRect xmlns:a="http://schemas.openxmlformats.org/drawingml/2006/main" l="27793" t="0" r="277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5FBC7-076F-479E-8098-2C2F3E75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60BB4-E35B-4F1E-B500-07A28C7F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FDominec · Wikimedia Commons · CC BY-SA 3.0</a:t>
            </a:r>
          </a:p>
        </p:txBody>
      </p:sp>
    </p:spTree>
    <p:extLst>
      <p:ext uri="{BB962C8B-B14F-4D97-AF65-F5344CB8AC3E}">
        <p14:creationId xmlns:p14="http://schemas.microsoft.com/office/powerpoint/2010/main" val="1855548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F5A86-6762-4C12-B617-AC4C6C8F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E92E6-F200-4809-8FDE-3C0C8E0F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CEFA6-7EA4-44E6-83EA-FD4A13A0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F690E-35C6-4AEA-AFD0-32FC9E64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75F05-2FA6-4577-B83A-D6DF774B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El proyecto ya comunica estados; ahora puede seleccionar fuentes o destinos de información.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5A9E9-D9FC-41BC-9530-AC41EAE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86442-86F8-4F1B-94C7-07CCC9E4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60E01-F0F7-4255-AA48-07710E32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F8434-F30E-4AC4-A6EB-6101401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DACA1-CB49-4443-BCBC-88B89CD8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E6D27-1284-4D9C-AD0B-39FDAEF2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0B3FA-3D3C-481F-8D9D-253E210F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B0491-92AC-4FA5-9CCD-78B98FC5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DD36B-D314-4E54-800F-38C2DEDC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66AC0-C6E9-4A86-BF1F-F366F1CA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BB5BD-0D15-4FA1-A181-D4831588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58C4E-A238-4786-BE10-5205CFB6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Experimentar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51C0A-4D64-4760-88B2-25DB9DFE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AF493-E0E9-40CD-84DC-DC017A6C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CE81A-7D05-4735-946C-ABEC4ED4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EB45E-D84F-4283-B475-D86AE8B6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B34E69-08CB-4372-8D5F-F08EDFD5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FA204-BF89-46BA-B8F0-1215BDC7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Hoy hay Laboratorio 08 + muestra: teoría breve, predicción, montaje, medición y análisis.</a:t>
            </a:r>
          </a:p>
        </p:txBody>
      </p:sp>
    </p:spTree>
    <p:extLst>
      <p:ext uri="{BB962C8B-B14F-4D97-AF65-F5344CB8AC3E}">
        <p14:creationId xmlns:p14="http://schemas.microsoft.com/office/powerpoint/2010/main" val="278264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852CE-93DE-4FEA-BE7F-7BC5FB19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FC247-4332-41E8-8A2F-8110F6B6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4534F-2D93-4259-92F2-26E55274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538ED-CAE8-4487-983E-78558301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5C213-2858-4FC6-A8C4-912B8C54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BAF32-8C0C-47AA-9037-A02CB091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828A0-A3E8-4129-A862-BE663580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1CEED-EC7D-4953-8E34-05D5FFF3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60C6D-0DC9-4FE9-BB87-56BE09A3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Explicar selección, habilitación y enrutamiento.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AB106-028C-4BC1-9E0A-383B360F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34237-D388-4CC7-9E52-4441F2E6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4DCC0-13F2-488D-90B2-C2BCDAB7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0EE9A-ABCB-4C2C-A90E-D5E75627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36B2A-D969-4591-AFC1-01CD7DCB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Implementar MUX/DEMUX en una aplicación útil.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1CFC6-9EAF-4A75-8159-6327CB59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E13D5-6125-4ED7-86FE-A28CA0C7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F6464-D1A5-4487-B932-7638FB21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038EA-ACD6-46E5-AF84-E33B79EF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D8170-3530-4E70-8080-559AC8E9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Presentar el proyecto en una muestra con evidencia y retroalimentación.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6870E-E83E-483F-A19F-D0F7581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preinforme/trabajo en clase + mediciones + informe + aporte individual.</a:t>
            </a:r>
          </a:p>
        </p:txBody>
      </p:sp>
    </p:spTree>
    <p:extLst>
      <p:ext uri="{BB962C8B-B14F-4D97-AF65-F5344CB8AC3E}">
        <p14:creationId xmlns:p14="http://schemas.microsoft.com/office/powerpoint/2010/main" val="1345523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D5B7DF-8BC0-41FA-B2EB-6BD21459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2E429-0AEA-47B5-91D8-B6D62952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5A943-A2DD-437B-8FB9-F440AC63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9FFDF-D3F1-4B40-ABA0-A16723C0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8B98C-1E02-4D9B-AC6B-1E8D81FB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16AF6-AE47-4831-86EC-1B9AE70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EFCB3-1192-42A4-913D-525B467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FAE5B-12A5-43DD-969E-31411D23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DC3EC-EAAB-4D86-AACE-348307D8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Varias entradas comparten una salida según las líneas de selección.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0575B-7567-450F-B9B5-1B7518B1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E66A2-ADCA-4BDF-B863-D67814AB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C60A8-64E4-404F-B06F-3D0DCEC4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9399B-3551-4DB5-AFC7-FAF050D0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DEMUX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6BFE1-4FFA-46B9-9DDC-B67BD501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Una entrada se dirige a una salida seleccionada.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7AE11-AAF6-4365-A2E4-E5C575C5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E2446-69F1-4CD6-9B19-E3D4CC7A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A84EB-73A2-42C0-85EC-24629332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37FE4-763C-46B5-961C-D99D08E3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Enable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AF3FC-D6F3-4B5F-AEF6-2ECA2997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Habilita o bloquea el dispositivo y puede ser activo bajo.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69A44-948A-458C-B3E0-47652C26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59F53-42E3-47D9-BCFD-31C155C1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9BF52-7D3D-4BCE-84D4-C5EA1DD0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CCEB5-8E46-482C-81BD-8E05D5CE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390EA-A48B-46F2-A547-F7C8ACDC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Selección de sensores, canales de medición, estados o actuadores.</a:t>
            </a:r>
          </a:p>
        </p:txBody>
      </p:sp>
    </p:spTree>
    <p:extLst>
      <p:ext uri="{BB962C8B-B14F-4D97-AF65-F5344CB8AC3E}">
        <p14:creationId xmlns:p14="http://schemas.microsoft.com/office/powerpoint/2010/main" val="99021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067B1-8641-43B8-B820-4D2815B3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42F59-A31F-4B3D-B9C2-D809E590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MUX 4:1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A4B89-F7DC-4B52-AF9A-49FCD002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BCA98-D251-4A6C-A79C-A2CBE486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245F1-082E-49AC-BF36-50B50E63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4FBDF-53A3-4040-BD3C-A3EA6945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S1S0 =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9C8A8-D342-4B64-BA6F-8ABC0FA6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523A7-8EE6-4D26-83F9-41866A0C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6C453-CDED-411E-B86B-F793960F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 = I2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F6935-5B0D-4D42-AB46-DDCD6A97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La salida reproduce únicamente la entrada seleccionada si enable está activo.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87101-BE79-4CE0-8B9E-F5C8A821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617436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7A5A4-80D9-4AA1-BB86-966713CE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48901-806A-4EB7-BD44-E65B73D3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A1122-43D7-466F-855B-255EA9D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3DE4D-2811-42ED-AE67-484BF279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02135-682F-4E8E-B28F-69237890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5F094-D226-4D7D-887E-1FD9D4A9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C0C79-664A-4DE4-A090-BA6BDC82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07799-F9EF-4A2D-868F-B2092BAD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Complete la tabla de selección antes de cablear.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FD0D2-855F-48A5-8557-8B569A4A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1AC94-2B29-4B49-A936-FC767181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D42DB-4A12-4DCC-8068-25B80B4D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529C2-30A9-4779-8C96-5A29367D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Demuestre un caso normal y un caso límite.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CFA95-3478-4037-9A41-8F3A1492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6D070-2E3C-487D-8873-C05389D7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9DD02-6704-452E-8CA6-ACE895E3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011B4-8A58-4F38-83AC-59BDC2F4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Reciba dos preguntas y una mejora de otro equipo.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D11F4-E1DA-4F3E-97F7-C777A413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4E6DC-C8DC-414C-AEB7-B22540A1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1160575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9C0F5E-4663-4190-9157-4F223F20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PRÁCTICA DE LABORATORIO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73DF0-BC16-4B3A-BDA4-C8CD0DDC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8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Laboratorio 08 + muestra · MUX/DEMUX y presentación pública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DCF7A-F761-4AB0-8523-45CA9022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66653-AEB7-4858-B3BE-85669AAB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28E44-8CFD-46B7-8673-3E8D10C2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4953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98E3F-973D-406B-BD82-1836906F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Materiales clave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E99AD-3E38-4189-9972-1970F724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74151/74157 · 74139/74154 · montaje ABP · póster o ficha técnica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B45A0-729B-4CCC-BDCC-C24D83E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55626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9525">
            <a:solidFill>
              <a:srgbClr val="F6A5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562D4-D618-40E7-970D-502E9602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Seguridad y punto de cuidado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15D21-56E1-4D67-9B8C-44B8FA62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Revise enable, niveles activos y conexiones compartidas antes de conectar al proyecto.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A81B7-2F25-4451-9D74-FF7E8DFB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838EB-63EA-4C86-863C-C9419C79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31619-955E-4938-BD4D-13AAAED8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Preinforme y trabajo en clase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28A03-2036-4D5B-A665-CC0F0E76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7EB93-E51F-4BEA-8C9B-10946654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B4EB7-6B71-4A87-9CB3-1E24EA57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Informe completo del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60D96-E306-4BA3-9EC0-893159E6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59900-F07A-4335-8544-AB7611A6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567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567B5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21FE0-77C0-435D-910C-F70A16B8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Aporte y sustentación individual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271EC-00D7-452A-AAFC-EB2E47FB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Equipos de 3 · roles rotativos · cada integrante registra qué hizo y qué decisión tomó.</a:t>
            </a:r>
          </a:p>
        </p:txBody>
      </p:sp>
    </p:spTree>
    <p:extLst>
      <p:ext uri="{BB962C8B-B14F-4D97-AF65-F5344CB8AC3E}">
        <p14:creationId xmlns:p14="http://schemas.microsoft.com/office/powerpoint/2010/main" val="1527545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481B7-D293-46A5-A201-E820C0E4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00910-3F7C-4455-8BAB-4EBD8255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09864-6291-4DFB-A30E-BFB20690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FB8B0-7483-49F4-A51D-842D4F06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735F6-3EF3-4A8C-8A8B-25CF0ACB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8D1CB-7E33-4BD3-97E6-97B5CF5C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Muestra de proyectos: explicar problema, arquitectura, mediciones, funcionamiento, límites y próxima mejora.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3BD6A-F69C-4365-AF26-1F245A6F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0B440-AADF-4431-8C07-34BC601B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36C17-B7AD-4993-9BC6-05D9FF7F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1863E-EEEE-43E0-9E9F-4AEE1FF8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BC080-743E-4C47-B79F-62D6D20D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74899-A8F9-4840-8492-AE912F32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3DA27-8AFD-4C16-AE53-4922BEDB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6786E-E276-4B08-991E-706A2BC5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ADFFF-807D-4A06-A152-5197C0F4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E67D1-3E19-436C-87EF-505785BB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C0454-6830-42D7-B89C-AA9A4064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17DD8-9A34-43E6-A18E-3C858A61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1796810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12784-0CA1-4B3A-B758-3E04EE37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84A92-C0CA-4633-9861-76CF0574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EF6A1-308C-44C5-BF9B-D42ACB50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ADC1F-5600-4440-ACB9-0ABAFDF0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E998C-7347-4621-8A75-BF2152B9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La muestra convierte el prototipo en evidencia pública: una solución es convincente cuando otra persona puede comprenderla, probarla y cuestionarla.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CB695-6BA4-4D4B-84ED-80476068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0EFC7-8439-4809-8B3D-239DF530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6066C-0411-407F-8FF6-156DCE2B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B9A80-129D-45F2-9231-70C2F854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F1F13-E008-4379-9377-FE182A77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Memoria, contadores y Quiz 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C3D45-2B76-4A6C-A0CD-19C80FEF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119495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2026-07-22T15:31:51.3980000Z</dcterms:created>
  <dcterms:modified xsi:type="dcterms:W3CDTF">2026-07-22T15:31:51.3980000Z</dcterms:modified>
</coreProperties>
</file>