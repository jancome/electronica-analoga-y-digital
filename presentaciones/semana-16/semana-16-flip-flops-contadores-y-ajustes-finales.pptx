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e70adbbb4478e" /><Relationship Type="http://schemas.openxmlformats.org/officeDocument/2006/relationships/extended-properties" Target="/docProps/app.xml" Id="Rf1aae799134c4dcd" /><Relationship Type="http://schemas.openxmlformats.org/officeDocument/2006/relationships/officeDocument" Target="/ppt/presentation.xml" Id="R91fd25066ea7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6ef549d9c40a6"/>
  </p:sldMasterIdLst>
  <p:notesMasterIdLst>
    <p:notesMasterId xmlns:r="http://schemas.openxmlformats.org/officeDocument/2006/relationships" r:id="Rb15fc925f2f2455b"/>
  </p:notesMasterIdLst>
  <p:sldIdLst>
    <p:sldId xmlns:r="http://schemas.openxmlformats.org/officeDocument/2006/relationships" id="256" r:id="Rdfc038b4a0ab412a"/>
    <p:sldId xmlns:r="http://schemas.openxmlformats.org/officeDocument/2006/relationships" id="257" r:id="Rff884866bb1b4e5f"/>
    <p:sldId xmlns:r="http://schemas.openxmlformats.org/officeDocument/2006/relationships" id="258" r:id="R91f28a140af24982"/>
    <p:sldId xmlns:r="http://schemas.openxmlformats.org/officeDocument/2006/relationships" id="259" r:id="R093226be6d3347c7"/>
    <p:sldId xmlns:r="http://schemas.openxmlformats.org/officeDocument/2006/relationships" id="260" r:id="Rffc46478c5254f1e"/>
    <p:sldId xmlns:r="http://schemas.openxmlformats.org/officeDocument/2006/relationships" id="261" r:id="R3fcacc4f58ac427e"/>
    <p:sldId xmlns:r="http://schemas.openxmlformats.org/officeDocument/2006/relationships" id="262" r:id="R94ffbbd6d0bf4cc0"/>
    <p:sldId xmlns:r="http://schemas.openxmlformats.org/officeDocument/2006/relationships" id="263" r:id="R1143e8acf37d45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9f842288a243e9" /><Relationship Type="http://schemas.openxmlformats.org/officeDocument/2006/relationships/slideMaster" Target="/ppt/slideMasters/slideMaster1.xml" Id="R3ec6ef549d9c40a6" /><Relationship Type="http://schemas.openxmlformats.org/officeDocument/2006/relationships/notesMaster" Target="/ppt/notesMasters/notesMaster1.xml" Id="Rb15fc925f2f2455b" /><Relationship Type="http://schemas.openxmlformats.org/officeDocument/2006/relationships/presProps" Target="/ppt/presProps.xml" Id="R2a94845044fb4596" /><Relationship Type="http://schemas.openxmlformats.org/officeDocument/2006/relationships/tableStyles" Target="/ppt/tableStyles.xml" Id="R78977c48c6954a7c" /><Relationship Type="http://schemas.openxmlformats.org/officeDocument/2006/relationships/slide" Target="/ppt/slides/slide1.xml" Id="Rdfc038b4a0ab412a" /><Relationship Type="http://schemas.openxmlformats.org/officeDocument/2006/relationships/slide" Target="/ppt/slides/slide2.xml" Id="Rff884866bb1b4e5f" /><Relationship Type="http://schemas.openxmlformats.org/officeDocument/2006/relationships/slide" Target="/ppt/slides/slide3.xml" Id="R91f28a140af24982" /><Relationship Type="http://schemas.openxmlformats.org/officeDocument/2006/relationships/slide" Target="/ppt/slides/slide4.xml" Id="R093226be6d3347c7" /><Relationship Type="http://schemas.openxmlformats.org/officeDocument/2006/relationships/slide" Target="/ppt/slides/slide5.xml" Id="Rffc46478c5254f1e" /><Relationship Type="http://schemas.openxmlformats.org/officeDocument/2006/relationships/slide" Target="/ppt/slides/slide6.xml" Id="R3fcacc4f58ac427e" /><Relationship Type="http://schemas.openxmlformats.org/officeDocument/2006/relationships/slide" Target="/ppt/slides/slide7.xml" Id="R94ffbbd6d0bf4cc0" /><Relationship Type="http://schemas.openxmlformats.org/officeDocument/2006/relationships/slide" Target="/ppt/slides/slide8.xml" Id="R1143e8acf37d45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d4f72158949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ede642406a45bd" /><Relationship Type="http://schemas.openxmlformats.org/officeDocument/2006/relationships/notesMaster" Target="/ppt/notesMasters/notesMaster1.xml" Id="Rf11dc24b9e0c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cd2667cdc49e0" /><Relationship Type="http://schemas.openxmlformats.org/officeDocument/2006/relationships/notesMaster" Target="/ppt/notesMasters/notesMaster1.xml" Id="R90291e8f7a7940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bb6ade122747a6" /><Relationship Type="http://schemas.openxmlformats.org/officeDocument/2006/relationships/notesMaster" Target="/ppt/notesMasters/notesMaster1.xml" Id="R8b09919c49374b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b67b2247d4d46" /><Relationship Type="http://schemas.openxmlformats.org/officeDocument/2006/relationships/notesMaster" Target="/ppt/notesMasters/notesMaster1.xml" Id="Rc7af370e22dd44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8404d12d894a55" /><Relationship Type="http://schemas.openxmlformats.org/officeDocument/2006/relationships/notesMaster" Target="/ppt/notesMasters/notesMaster1.xml" Id="R59bf84ba27b542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b43bba4faa440f" /><Relationship Type="http://schemas.openxmlformats.org/officeDocument/2006/relationships/notesMaster" Target="/ppt/notesMasters/notesMaster1.xml" Id="R2a9c641388d34a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7d05f4b224c98" /><Relationship Type="http://schemas.openxmlformats.org/officeDocument/2006/relationships/notesMaster" Target="/ppt/notesMasters/notesMaster1.xml" Id="R555cabcfbeb34d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6dcd172794805" /><Relationship Type="http://schemas.openxmlformats.org/officeDocument/2006/relationships/notesMaster" Target="/ppt/notesMasters/notesMaster1.xml" Id="R2aeac8bcfdf44f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d824e4193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b84310fc54cf9" /><Relationship Type="http://schemas.openxmlformats.org/officeDocument/2006/relationships/slideLayout" Target="/ppt/slideLayouts/slideLayout1.xml" Id="Ree00ca40af454c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00ca40af454c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5ab6ab0af446b" /><Relationship Type="http://schemas.openxmlformats.org/officeDocument/2006/relationships/image" Target="/ppt/media/image.jpeg" Id="Rb592ada21e0d44f2" /><Relationship Type="http://schemas.openxmlformats.org/officeDocument/2006/relationships/notesSlide" Target="/ppt/notesSlides/notesSlide1.xml" Id="R67d108aa5dd242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fec65b3564629" /><Relationship Type="http://schemas.openxmlformats.org/officeDocument/2006/relationships/notesSlide" Target="/ppt/notesSlides/notesSlide2.xml" Id="R724cf0a816ba49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f9e1dd63a4290" /><Relationship Type="http://schemas.openxmlformats.org/officeDocument/2006/relationships/notesSlide" Target="/ppt/notesSlides/notesSlide3.xml" Id="R0bbbf442acb04f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69dd46ed64626" /><Relationship Type="http://schemas.openxmlformats.org/officeDocument/2006/relationships/notesSlide" Target="/ppt/notesSlides/notesSlide4.xml" Id="Re36f889651f544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839335a4b428c" /><Relationship Type="http://schemas.openxmlformats.org/officeDocument/2006/relationships/notesSlide" Target="/ppt/notesSlides/notesSlide5.xml" Id="R2d57105eacd5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a063b6381438b" /><Relationship Type="http://schemas.openxmlformats.org/officeDocument/2006/relationships/notesSlide" Target="/ppt/notesSlides/notesSlide6.xml" Id="Rb738a9cdf54a4a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ed54b33c44ca7" /><Relationship Type="http://schemas.openxmlformats.org/officeDocument/2006/relationships/notesSlide" Target="/ppt/notesSlides/notesSlide7.xml" Id="Rbea3001f89704a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fd1231bc14220" /><Relationship Type="http://schemas.openxmlformats.org/officeDocument/2006/relationships/notesSlide" Target="/ppt/notesSlides/notesSlide8.xml" Id="R7511b70c77274c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A8CCC-6EA3-455D-A8CF-3D0EE62E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DACA3-DDFD-4A35-86AB-9BD6C00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F93FA-D111-4F9B-A418-E0DBCEB9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Flip-flops, contadores y ajustes finales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5AF16-8A22-4F5E-A53A-2046360F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16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D9C97-558F-4015-9146-EEBB1D4B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7441B-5B14-4DE5-B5EA-D3E22931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Incorporar memoria y secuencia al sistema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2ada21e0d44f2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473C0-4296-4CB4-A4A2-5E001D9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E1365-C943-4F3E-A974-CCB647A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632485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1DF19-6AE7-42AC-AC2E-6E9A004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C85E4-D8C5-4D5E-A7B2-C4CCAD2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428A-6415-4A79-8C9A-E8825DF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A8FE5-5F72-4539-8756-E843541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BBEF2-F89A-417A-9773-D703E27B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Hasta ahora las salidas dependían del estado presente. La lógica secuencial conserva historia.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8ABCE-4581-4EC2-AC83-ED459098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E107D-DDC6-48F2-9377-890E6E6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3041B-D500-4465-A829-8FB3D6CB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BF3FA-62E5-4EB4-B79A-F034C5C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0DE8D-90BA-47BA-AEE7-0989B76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48DC6-636A-4D59-A67C-0AB2787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8A435-1C39-4EC7-A5ED-87B63947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EF099-D459-4817-8437-A665573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75C1B-B84F-404B-AAEF-C0B064B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6B380-63BA-4890-B522-9A8ED9A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22F58-7A52-45F5-8E0F-27D164BB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F430A-CE0E-4384-AEC3-3ED874B3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ADBFE-B2EF-4778-83FA-A46490D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01859-1A2C-4D35-80E6-5738C9D7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FF70C-107A-4A49-A811-82F701FA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AC94A-1C81-4811-8D25-A1F26021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72392-FB91-4DF3-8CB7-1C238731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849FE-361D-47BA-BB90-7365BCA9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2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clase alterna explicación breve, resolución, discusión y una decisión aplicada al proyecto.</a:t>
            </a:r>
          </a:p>
        </p:txBody>
      </p:sp>
    </p:spTree>
    <p:extLst>
      <p:ext uri="{BB962C8B-B14F-4D97-AF65-F5344CB8AC3E}">
        <p14:creationId xmlns:p14="http://schemas.microsoft.com/office/powerpoint/2010/main" val="1575406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C6AF1-809B-464A-9109-48AB1B3D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6B68B-0F1F-48DC-BF14-06574136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985B7-B23D-40BC-AA84-3653A27C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D86D8-6986-4550-A056-5A1B9DEE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BAB00-5CA3-4F46-9287-4CBD8D5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B5794-6B04-4D24-88B3-B9F47F3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64BE6-950D-4B00-B5B4-B129E88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E1CD1-6F72-4B2C-9A98-8979895C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938E3-4A0B-48CA-A278-EB422E42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Distinguir lógica combinacional y secuencial.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54D58-C4BF-405C-927B-53255B0C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3F543-85D8-4A06-BE52-C634AC88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EC2DE-D1EB-4B10-9340-50D94B16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AC0A2-8394-45F5-9070-FD93A796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22D64-F74B-4560-9984-4FEF20A0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Interpretar SR, D, JK y 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9BE13-A6F5-47C2-8A3F-6161E51A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C61F5-0186-43BE-B9EF-BF3D745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43FA5-7A3A-4726-96F0-E9B69E31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7974F-0F37-43A3-A3E8-CD93E85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B7D9F-457A-4CED-B1F1-E2F44C6D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Diseñar un contador y decidir si aporta valor al proyecto.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423EC-BF8D-47A1-884E-141382CE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ejercicio aplicado + decisión documentada para el ABP.</a:t>
            </a:r>
          </a:p>
        </p:txBody>
      </p:sp>
    </p:spTree>
    <p:extLst>
      <p:ext uri="{BB962C8B-B14F-4D97-AF65-F5344CB8AC3E}">
        <p14:creationId xmlns:p14="http://schemas.microsoft.com/office/powerpoint/2010/main" val="2079671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564AC8-1306-4782-90A0-263AF5D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B0FB6-8342-4033-AD5A-95EBBC38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1CC8A-C2CA-4ADD-A0AD-4CDD011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787DE-16CE-4B52-81C1-686F28F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4DA26-5A90-49F4-8220-5C75841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354C4-CFBD-4558-9F36-B13D6D5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7578F-3089-41B7-B5E0-6801684E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D17F1-0769-4D4B-8D01-68BE9BC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Memoria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58A56-A781-4E73-9F1B-4237099E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estado depende de entradas actuales y de un estado anterior.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2E26F-C54E-4364-988C-A6F77BA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2AA59-31C1-44CD-9E88-DFCCA7A6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31D42-4BF2-4283-B944-3BBA264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66339-DC21-4485-9194-0EB6EE5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Flip-flop 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1E186-5C3C-41E9-BB55-5B13DD7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Almacena un bit en el evento de reloj.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426C-4E7F-4CEB-A75B-F297AC2C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FF639-89A8-4355-9810-101A675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767B3-E8AB-4B2F-B6DB-3C900B22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B2033-2349-4897-918C-D83C2802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JK /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2D253-6F17-4773-BC00-DECB863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Facilitan conmutación y conteo.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48E3-38E9-4758-89B2-B47B0EE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F9D18-F83B-4A62-9D1E-A569333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6745E-3782-42C6-A3FC-B5E3F6D5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09D04-067D-44F5-BC73-F7447F74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Contadores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0E1DC-25FC-4125-B9CC-C541E053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Síncronos y asíncronos difieren en cómo reciben el reloj.</a:t>
            </a:r>
          </a:p>
        </p:txBody>
      </p:sp>
    </p:spTree>
    <p:extLst>
      <p:ext uri="{BB962C8B-B14F-4D97-AF65-F5344CB8AC3E}">
        <p14:creationId xmlns:p14="http://schemas.microsoft.com/office/powerpoint/2010/main" val="1476589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AC7AD-5120-450D-8291-78F9139F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BAB97-CA60-4385-88FB-D7C16F66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Contador binario de 3 bits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F492B-8300-43A3-A3CF-5AB1C179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2EFE4-1106-4CFE-9173-C5AF60A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155F6-23B1-43CE-8418-4817D43E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76212-40E8-46F5-B7BE-354D3F10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Estado inicial 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44AC7-E5F8-425C-894D-1CC522B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013D3-5ED8-49C3-989C-B0DDF43C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65970-BBF9-4355-8200-6437F8B2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000 → 001 → 010 → 011 → 100…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C4DE7-074C-4E42-878C-28E820B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Después de 8 pulsos regresa a 000; analice frecuencia y reinicio.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0F4B9-D573-494D-869B-B84EA5F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395693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B2F31-93BC-4488-82D6-F45493F5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17AFB-9698-43E6-9813-E74C2C37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C2132-0035-45F2-8F07-DCA60DF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DC37D-DB15-488D-BC2D-84F1B98C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CBCED-675C-45EC-A601-24955CF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F286C-1D1F-4615-AAE5-B6DFF88E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2E077-0941-4C4A-ABBA-88D25DC7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4787A-258F-4959-A40F-593716ED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Quiz 3: aplicaciones combinacionales y secuenciales.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32DD-DEEB-4E86-B52E-9490949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CBFD4-F585-46CC-9CE5-52F569B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97EA5-67D7-45AF-8863-75657DC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4671C-E222-4DC4-AE62-DF30061B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Ordene estados de un contador y detecte transiciones inválidas.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013E6-69B9-4D24-A125-5697D965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A557A-CBE7-49FF-A66C-7D3D0390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3DFE8-DBC0-493E-9344-C42ED701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33C8F-8694-4EA9-AB76-02A6B04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Decida si memoria, retención o conteo mejora su solución.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A956B-723C-4A11-A63F-9BDF18F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61EA7-5286-4830-99B8-5AE2FBE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701093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47331-AC68-41D2-8DA1-CB9C10A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16F9E-7DBE-4B99-B887-E0B9E56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D85DA-819A-420C-BB67-A8583621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6BE37-53C1-4170-97F5-AA83ED18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9F6FB-7FD4-461E-9F31-EDA99F8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D5040-70F6-4C8F-8B5A-CD5FDDA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Cerrar ajustes técnicos, repetir mediciones críticas y preparar una sustentación donde cada integrante domine el sistema completo.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FCAB6-DECF-4597-889E-455CE24C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3BFEA-A252-44B3-88A0-ED5C4866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0082A-455C-453E-B800-09FA4E4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24299-FBF3-4E84-9222-52A9F88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CDDAA-7F4C-4456-9E25-8DABCE6C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D4273-7856-4242-92BA-30C288A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4F4F-F35C-4107-8C11-0876878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6771D-EEB4-4B9C-A4DC-FAC3B42E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A744E-D38A-4274-8959-100FF92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919B9-0279-4022-A6BF-98DE94F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16457-2ACC-422F-AF02-4B8A707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68E44-4B18-49AE-8393-17443E6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754018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9DBC0-B0E8-4A3C-977F-10F7290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DBBF-8904-4A20-AE0E-BF4B80A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1704B-459A-4181-955E-CAAC5AA7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A30E9-9EB7-4A38-A57C-49B52713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91577-814D-479E-BCE2-4884152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La memoria solo se integra si resuelve una necesidad de secuencia, registro o conteo; cada bloque debe aportar al criterio de éxito del proyecto.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CA6F7-9EF0-414C-A32F-B9F8F19A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9A3DF-E46D-49D6-9049-2E25CE9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5AD2A-74ED-4009-8FCD-00D4049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E4529-8D32-4E28-9EB1-252F153F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30536-A490-4180-A3F6-845016E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Entrega, validación y sustentación final.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7497B-6C2E-40C2-B134-30712FE0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620223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2026-07-22T15:31:51.6090000Z</dcterms:created>
  <dcterms:modified xsi:type="dcterms:W3CDTF">2026-07-22T15:31:51.6090000Z</dcterms:modified>
</coreProperties>
</file>