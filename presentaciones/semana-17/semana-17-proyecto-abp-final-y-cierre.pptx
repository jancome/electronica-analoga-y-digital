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87d27c092d4be9" /><Relationship Type="http://schemas.openxmlformats.org/officeDocument/2006/relationships/extended-properties" Target="/docProps/app.xml" Id="R525a4b563636498e" /><Relationship Type="http://schemas.openxmlformats.org/officeDocument/2006/relationships/officeDocument" Target="/ppt/presentation.xml" Id="R4ada4aff38324c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c56bea1484382"/>
  </p:sldMasterIdLst>
  <p:notesMasterIdLst>
    <p:notesMasterId xmlns:r="http://schemas.openxmlformats.org/officeDocument/2006/relationships" r:id="R07429aa70b194148"/>
  </p:notesMasterIdLst>
  <p:sldIdLst>
    <p:sldId xmlns:r="http://schemas.openxmlformats.org/officeDocument/2006/relationships" id="256" r:id="R987cebd91b7a4bf6"/>
    <p:sldId xmlns:r="http://schemas.openxmlformats.org/officeDocument/2006/relationships" id="257" r:id="Rb976c4383f56415a"/>
    <p:sldId xmlns:r="http://schemas.openxmlformats.org/officeDocument/2006/relationships" id="258" r:id="Rd00efcbe8c1f4ac2"/>
    <p:sldId xmlns:r="http://schemas.openxmlformats.org/officeDocument/2006/relationships" id="259" r:id="Rb1fd455513844226"/>
    <p:sldId xmlns:r="http://schemas.openxmlformats.org/officeDocument/2006/relationships" id="260" r:id="Rcd9a8e0081864f6e"/>
    <p:sldId xmlns:r="http://schemas.openxmlformats.org/officeDocument/2006/relationships" id="261" r:id="R26859e960a5343ac"/>
    <p:sldId xmlns:r="http://schemas.openxmlformats.org/officeDocument/2006/relationships" id="262" r:id="R48b72c4f249c4538"/>
    <p:sldId xmlns:r="http://schemas.openxmlformats.org/officeDocument/2006/relationships" id="263" r:id="Rf5eb83a118e4493c"/>
    <p:sldId xmlns:r="http://schemas.openxmlformats.org/officeDocument/2006/relationships" id="264" r:id="R50b84a2583e944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cc26fad4eb4af5" /><Relationship Type="http://schemas.openxmlformats.org/officeDocument/2006/relationships/slideMaster" Target="/ppt/slideMasters/slideMaster1.xml" Id="Ra30c56bea1484382" /><Relationship Type="http://schemas.openxmlformats.org/officeDocument/2006/relationships/notesMaster" Target="/ppt/notesMasters/notesMaster1.xml" Id="R07429aa70b194148" /><Relationship Type="http://schemas.openxmlformats.org/officeDocument/2006/relationships/presProps" Target="/ppt/presProps.xml" Id="Rbb5772b4a69c49a8" /><Relationship Type="http://schemas.openxmlformats.org/officeDocument/2006/relationships/tableStyles" Target="/ppt/tableStyles.xml" Id="R28da92e2856640c1" /><Relationship Type="http://schemas.openxmlformats.org/officeDocument/2006/relationships/slide" Target="/ppt/slides/slide1.xml" Id="R987cebd91b7a4bf6" /><Relationship Type="http://schemas.openxmlformats.org/officeDocument/2006/relationships/slide" Target="/ppt/slides/slide2.xml" Id="Rb976c4383f56415a" /><Relationship Type="http://schemas.openxmlformats.org/officeDocument/2006/relationships/slide" Target="/ppt/slides/slide3.xml" Id="Rd00efcbe8c1f4ac2" /><Relationship Type="http://schemas.openxmlformats.org/officeDocument/2006/relationships/slide" Target="/ppt/slides/slide4.xml" Id="Rb1fd455513844226" /><Relationship Type="http://schemas.openxmlformats.org/officeDocument/2006/relationships/slide" Target="/ppt/slides/slide5.xml" Id="Rcd9a8e0081864f6e" /><Relationship Type="http://schemas.openxmlformats.org/officeDocument/2006/relationships/slide" Target="/ppt/slides/slide6.xml" Id="R26859e960a5343ac" /><Relationship Type="http://schemas.openxmlformats.org/officeDocument/2006/relationships/slide" Target="/ppt/slides/slide7.xml" Id="R48b72c4f249c4538" /><Relationship Type="http://schemas.openxmlformats.org/officeDocument/2006/relationships/slide" Target="/ppt/slides/slide8.xml" Id="Rf5eb83a118e4493c" /><Relationship Type="http://schemas.openxmlformats.org/officeDocument/2006/relationships/slide" Target="/ppt/slides/slide9.xml" Id="R50b84a2583e9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456afb0084b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f82e22d324b51" /><Relationship Type="http://schemas.openxmlformats.org/officeDocument/2006/relationships/notesMaster" Target="/ppt/notesMasters/notesMaster1.xml" Id="Rc298f51a37ea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71f5ccdf342e1" /><Relationship Type="http://schemas.openxmlformats.org/officeDocument/2006/relationships/notesMaster" Target="/ppt/notesMasters/notesMaster1.xml" Id="R63970981d6c7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87475be23d41b7" /><Relationship Type="http://schemas.openxmlformats.org/officeDocument/2006/relationships/notesMaster" Target="/ppt/notesMasters/notesMaster1.xml" Id="R2330527819ea4b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63b2faa304cff" /><Relationship Type="http://schemas.openxmlformats.org/officeDocument/2006/relationships/notesMaster" Target="/ppt/notesMasters/notesMaster1.xml" Id="R67f7847d8b0e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fdec8fb7514fbc" /><Relationship Type="http://schemas.openxmlformats.org/officeDocument/2006/relationships/notesMaster" Target="/ppt/notesMasters/notesMaster1.xml" Id="R549407d1a78e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58c43bf06942fb" /><Relationship Type="http://schemas.openxmlformats.org/officeDocument/2006/relationships/notesMaster" Target="/ppt/notesMasters/notesMaster1.xml" Id="Rfe7e8ee28c1a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8bf0c20db34d95" /><Relationship Type="http://schemas.openxmlformats.org/officeDocument/2006/relationships/notesMaster" Target="/ppt/notesMasters/notesMaster1.xml" Id="R1b60345003f04d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33a965bec4536" /><Relationship Type="http://schemas.openxmlformats.org/officeDocument/2006/relationships/notesMaster" Target="/ppt/notesMasters/notesMaster1.xml" Id="R6bd79619461b48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7b3c9afc8e430c" /><Relationship Type="http://schemas.openxmlformats.org/officeDocument/2006/relationships/notesMaster" Target="/ppt/notesMasters/notesMaster1.xml" Id="R1e4cd1d8dfa842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0f340a332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a1c6e8c3d24ff2" /><Relationship Type="http://schemas.openxmlformats.org/officeDocument/2006/relationships/slideLayout" Target="/ppt/slideLayouts/slideLayout1.xml" Id="R8b1682c92fc14b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682c92fc14b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1e77f254f42a3" /><Relationship Type="http://schemas.openxmlformats.org/officeDocument/2006/relationships/image" Target="/ppt/media/image.jpeg" Id="Rffd1154f17324074" /><Relationship Type="http://schemas.openxmlformats.org/officeDocument/2006/relationships/notesSlide" Target="/ppt/notesSlides/notesSlide1.xml" Id="Re92bfea3854243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4da0fd0f4cb3" /><Relationship Type="http://schemas.openxmlformats.org/officeDocument/2006/relationships/notesSlide" Target="/ppt/notesSlides/notesSlide2.xml" Id="R9ac77f4551c445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9f5d2a4bc4add" /><Relationship Type="http://schemas.openxmlformats.org/officeDocument/2006/relationships/notesSlide" Target="/ppt/notesSlides/notesSlide3.xml" Id="Ra36a9be0f56f49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3d1f077640d9" /><Relationship Type="http://schemas.openxmlformats.org/officeDocument/2006/relationships/notesSlide" Target="/ppt/notesSlides/notesSlide4.xml" Id="R3be0e614e28349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4b326e1fd4127" /><Relationship Type="http://schemas.openxmlformats.org/officeDocument/2006/relationships/notesSlide" Target="/ppt/notesSlides/notesSlide5.xml" Id="Reb28b0e2f1e74e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c2c17f2eb4d3d" /><Relationship Type="http://schemas.openxmlformats.org/officeDocument/2006/relationships/notesSlide" Target="/ppt/notesSlides/notesSlide6.xml" Id="Rd19816038af5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cdb41bec34a02" /><Relationship Type="http://schemas.openxmlformats.org/officeDocument/2006/relationships/notesSlide" Target="/ppt/notesSlides/notesSlide7.xml" Id="Rdc0b75a3963945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5d7a8fb347c1" /><Relationship Type="http://schemas.openxmlformats.org/officeDocument/2006/relationships/notesSlide" Target="/ppt/notesSlides/notesSlide8.xml" Id="R675bf34f1dc0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19fe3a78f441e" /><Relationship Type="http://schemas.openxmlformats.org/officeDocument/2006/relationships/notesSlide" Target="/ppt/notesSlides/notesSlide9.xml" Id="R482d084e53cb47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7B8F1-592B-40BB-B597-506E321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86BC5-734D-4BEB-87D9-C5EEC350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602C6-BF54-4C4D-828F-827BCAA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Proyecto ABP final y 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6802A-4F07-4C36-B7C1-A28AB8C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17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B1DE7-D102-49BC-8EA0-B442F12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CC090-04EF-4114-AEAA-A116BF9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Demostrar integración, mejora y dominio técnico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1154f17324074"/>
          <a:srcRect xmlns:a="http://schemas.openxmlformats.org/drawingml/2006/main" l="14848" t="0" r="14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A4F19-ED90-47A6-9FD8-1729FBB0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2395A-4127-4D1D-BAAA-C915E32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Haragayato · Wikimedia Commons · GFDL</a:t>
            </a:r>
          </a:p>
        </p:txBody>
      </p:sp>
    </p:spTree>
    <p:extLst>
      <p:ext uri="{BB962C8B-B14F-4D97-AF65-F5344CB8AC3E}">
        <p14:creationId xmlns:p14="http://schemas.microsoft.com/office/powerpoint/2010/main" val="1277805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6D7C4-45C3-4AB3-B222-146E71F4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2BCBF-2CAD-4858-AE6F-290B33A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82BD-3D41-4C45-B1EA-CC1B3443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17A98-E74A-4316-BB76-055A60F3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FE24-D90A-495D-80CF-B2B51E0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proyecto ya pasó por etapa analógica, decisión digital, muestra y correcciones.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A42FD-D745-48D8-B556-F24A6E8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53591-1A70-44EF-8251-51D7798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8FDD0-E2C4-428C-B27B-7F14DD9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2F7E4-BADB-4CD4-9DA8-CE9ECDA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ED4F-3296-4856-9924-EFC30B8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B0AA1-DE70-46C0-B291-52E733B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ED3D3-20C4-4AC3-8D73-F25F2E0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E3015-17AE-4FE9-BBF0-DDE8537A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40011-D268-40AC-8213-C3D0E6D0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841BE-D77C-45E2-B4A3-62617356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2B724-C736-4EC4-9AAE-1BE72488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70BC3-7D9D-4982-AD65-6E510DA7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Demostrar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75B4A-80AC-44EB-A1AC-0B1E598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21DD1-5A21-4EA3-B345-6BBD287F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BE7E5-3048-4D12-9249-CC40CA4A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C9CA8-CE92-4B9B-BFCD-9330B9DC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AF669-0007-458E-9144-B849950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735B9-C92C-4B04-897B-C99790D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demostración del proyecto, validación técnica y sustentación individual.</a:t>
            </a:r>
          </a:p>
        </p:txBody>
      </p:sp>
    </p:spTree>
    <p:extLst>
      <p:ext uri="{BB962C8B-B14F-4D97-AF65-F5344CB8AC3E}">
        <p14:creationId xmlns:p14="http://schemas.microsoft.com/office/powerpoint/2010/main" val="228634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62835-FC2A-4686-961B-50FE61B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2AFF8-A494-4A9C-9F27-2869543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2AF7B-515E-46F2-A846-9C3160F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FAC4C-7238-4AE6-A959-8819BEB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6EF2C-ABCD-4122-B8BE-D261218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E29A-C6A4-41D1-858D-CBCB04D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26540-88ED-426F-AFF7-92CDD27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549D6-99AF-4B24-8CD3-DFBDD25F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D5AF6-C823-4FB1-AE11-F53941FA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Demostrar funcionamiento frente a criterios medibles.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651B1-A5AD-4922-9C62-B7D0B16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D2FD8-5504-48BD-B2F7-B543479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48A49-8B38-4820-9745-7A4E526A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F7AB0-41AA-4B78-BFC5-E5248404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9B5C0-2D79-4046-A4D9-522A28B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Sustentar decisiones y aportes individuales.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A6CA2-1C76-43FD-BC17-6589E23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C178-13A5-4A2C-9D2C-DF93D50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0E366-2885-4AB6-92D7-267AF793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70325-32FC-41F2-BC5D-C03D143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45393-4285-48BF-89FD-7F445D7E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Reconocer límites y proponer una mejora viable.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BEEF5-811C-4053-9F3C-2C76AF5A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funcionamiento, mediciones, informe, mejora y dominio individual.</a:t>
            </a:r>
          </a:p>
        </p:txBody>
      </p:sp>
    </p:spTree>
    <p:extLst>
      <p:ext uri="{BB962C8B-B14F-4D97-AF65-F5344CB8AC3E}">
        <p14:creationId xmlns:p14="http://schemas.microsoft.com/office/powerpoint/2010/main" val="1119039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79417-FC0E-4249-9076-9F05654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6D46F-F1DD-498A-85A3-26D6B407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FFC31-DA81-474F-92C9-E8CA59A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7C0E2-7CDF-450D-B0AF-3C0B512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E6102-5D10-4958-A60E-96F759C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CC29F-30CD-462F-8F28-1F23B10C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7E10-D2C5-4AD0-8550-11E29AC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89B1-FF5F-4E96-BD21-B80D439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30DDE-249B-4442-A794-73B46BE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energía, la medición, la decisión y la salida funcionan como un sistema.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297AE-7501-4A18-BB81-5E1E090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67CFE-545B-4E11-AF2E-FDAC2AE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741DE-06C8-402B-AF2B-6C83194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DA575-852B-4E0D-B5F1-5A2FF99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BB530-5D7C-4256-9449-135FBF0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Cada criterio de éxito tiene una prueba y un resultado.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A98B-822D-4EFA-90A4-D2240BDA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1EBA7-E499-4F95-8181-281D6C0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37ADB-8DC1-4489-932D-15CCA4EE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A7A89-2BC2-4C7E-A825-2B49E5A2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F84EC-DF0E-4496-9314-CE2BA49E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Los errores de preproyectos pueden corregirse en la versión final.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E858C-EFAD-499B-BC09-606A36D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2B777-EC85-48B1-A726-C594A1DE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7BB7D-6A1E-4703-A83A-607297C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228FE-F2A9-420F-8ACA-B91C3D8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Sustentación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43C71-FB39-41B1-B8AD-1869E7BB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Cada integrante explica el proyecto completo y su aporte específico.</a:t>
            </a:r>
          </a:p>
        </p:txBody>
      </p:sp>
    </p:spTree>
    <p:extLst>
      <p:ext uri="{BB962C8B-B14F-4D97-AF65-F5344CB8AC3E}">
        <p14:creationId xmlns:p14="http://schemas.microsoft.com/office/powerpoint/2010/main" val="418539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0283C-55F0-4AB9-B571-6DA6C64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0D9CA-170C-442E-BEBA-D8CD368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 mínima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E19F1-7AE4-40DE-A3C3-4345AC44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2408D-A5E2-4EF1-90FB-B7604A4A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38283-A179-4CC0-8A1E-C3C30648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B7669-7AFE-4501-B0A1-1F5CF483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Criterio → prueba → dato → interpretación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E8A75-84AB-433E-BC16-DBF4612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2B89-0870-4BB2-9D95-65EF556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B6118-1005-4709-AFC1-C5283F95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basta con ‘funciona’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96E70-CB7F-4CB8-92B6-475646D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La conclusión debe comparar el resultado con el criterio definido desde el problema.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E6D09-5F85-4B33-9B03-6939C46B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34334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D1F22-1A0B-4B57-8994-73D9F85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AE3F5-E9C3-4598-BEE9-2F56C9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72784-3C7E-414F-8192-00B0C0DA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27F3-2B89-4B0E-BB17-5CB30848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1383E-07B7-4FAC-B5A4-5D5C86D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714D-945C-4BA6-A3A4-76D616B3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53534-2A3E-4781-9763-90406B1F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86E58-B4C9-4FFB-B083-3A1D4180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Demuestre el caso normal y un caso límite.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E4DD5-61FB-4031-BA29-254CEF6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2EF05-553D-4452-9AC4-17BEFEF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02CE7-415F-4DBA-8635-FD45E1C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D9BB2-96A5-41BB-A70C-F59D9DB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Responda preguntas sin delegar todo al mismo integrante.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30F9A-6623-4396-89C6-FF9ABD2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19AE9-27AC-49EC-8578-43B00E1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948BB-BC7F-4E93-9AFA-A832C11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4CFB2-C50A-4394-9091-A21A13C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Registre una mejora posterior viable y su justificación.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1B19B-05C2-4996-A8C7-92D713C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9FDFF-4375-427C-9462-0E87C90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478339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86B40-1C50-4DEA-90FE-110D23B8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EVALUACIÓN DEL CORTE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3D47F-ABA5-481C-8104-12644CD9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Proyecto ABP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76BA8-C124-4AA3-9D8E-CFC032B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D6A29-C186-410A-8BC6-3E09714E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A8BE8-DB42-4661-AF62-B69BFA0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7442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4B55-BF1B-48E4-8105-A41FE11A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Integración, funcionamiento, evidencia, informe y sustentación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AA2DD-F655-4B5E-97FA-FD14C2B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608ED-A7DA-4E3E-A5EF-082718B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DCFC6-ADC8-405E-A987-CCF53EF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8588B-6EF5-4C1E-9CC6-FCA602EC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Lea todo antes de empezar.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DD33-29E2-4FFA-AE28-EA2BA5B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56532-8603-4991-AB84-CD7D92E4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39243-F870-4E79-9F75-126322B9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FDFEB-324B-47DC-83D5-0B342607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Muestre procedimiento y unidades.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9911E-CE03-4D7B-AA62-3118D68A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766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7ED71-EB7F-40F7-B5FD-467A64B0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6ACA9-BB85-41E2-B578-838FF571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8392B-93F6-4057-BB62-675230C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Compruebe si el resultado es físicamente posible.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42D90-77B8-45B6-A5D0-775FEBE4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Se califica el estado final corregido; no es una suma automática de los preproyectos.</a:t>
            </a:r>
          </a:p>
        </p:txBody>
      </p:sp>
    </p:spTree>
    <p:extLst>
      <p:ext uri="{BB962C8B-B14F-4D97-AF65-F5344CB8AC3E}">
        <p14:creationId xmlns:p14="http://schemas.microsoft.com/office/powerpoint/2010/main" val="64211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8994E-CFCE-4ACB-B8DE-7B51442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DE6FE-06DD-4325-A628-12E4F62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A59CE-FEB4-4DD4-90EF-1B147AE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B8E1-FBC0-4E00-9D8C-6259247B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EB3D5-2031-4FB3-9B48-4F46D4C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72728-3ADB-47E3-A030-8592F592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Cerrar el ciclo problema–diseño–prueba–mejora y entregar una solución técnicamente defendible.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F0851-E9B5-4F14-AD4E-8B8E9A01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1256A-8DBA-43DB-8FC9-59DA8200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95CBC-C905-4FCC-A06D-7F754B3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5E7F-C091-4136-B761-F1141C4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4421-BA12-4B27-A4A2-0034ABD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74F22-DA8A-4219-A3EC-B9F00EB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54ACF-37DA-4F76-9087-EAA5D40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94D74-7A20-4D0B-99BB-C53D0AB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FF1A1-8A30-417A-AEA5-4FE7CC6D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46CA7-5E35-4D6F-A3D4-11C47FF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49B38-BCDF-43C8-9819-4C1D71C6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FD5FD-E554-437C-850A-AFCD00C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746270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D5E3-1EC2-464A-9BFE-B798EDE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FF513-B4CF-4407-B213-9763DC6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EE73-5E0B-415D-BA83-DEC25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FA4F9-D237-4B7E-A20D-3224C48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B4FB8-88EC-4506-9D6F-F690E24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El aprendizaje culmina cuando el equipo puede demostrar qué problema abordó, qué decisiones tomó, qué evidencia obtuvo y qué mejoraría.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DE787-D7CF-4DD2-95DB-08664428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896AA-37A6-407D-82F0-0C9EFAE8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CA87-55EC-40C5-8783-5DC69B9E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C80A4-B980-4477-AC35-65C6113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775FB-EDC2-4E5B-BE3A-D709A96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Cierre del curso y transferencia a nuevos problemas.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6265E-C568-4BE4-8B8B-15C2C8C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774333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2026-07-22T15:31:51.8480000Z</dcterms:created>
  <dcterms:modified xsi:type="dcterms:W3CDTF">2026-07-22T15:31:51.8480000Z</dcterms:modified>
</coreProperties>
</file>